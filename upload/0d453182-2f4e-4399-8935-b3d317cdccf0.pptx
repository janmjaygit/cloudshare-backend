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7"/>
  </p:notesMasterIdLst>
  <p:sldIdLst>
    <p:sldId id="256" r:id="rId2"/>
    <p:sldId id="288" r:id="rId3"/>
    <p:sldId id="316" r:id="rId4"/>
    <p:sldId id="317" r:id="rId5"/>
    <p:sldId id="319" r:id="rId6"/>
    <p:sldId id="318" r:id="rId7"/>
    <p:sldId id="320" r:id="rId8"/>
    <p:sldId id="321" r:id="rId9"/>
    <p:sldId id="322" r:id="rId10"/>
    <p:sldId id="323" r:id="rId11"/>
    <p:sldId id="324" r:id="rId12"/>
    <p:sldId id="315" r:id="rId13"/>
    <p:sldId id="300" r:id="rId14"/>
    <p:sldId id="325" r:id="rId15"/>
    <p:sldId id="305" r:id="rId16"/>
  </p:sldIdLst>
  <p:sldSz cx="14630400" cy="8229600"/>
  <p:notesSz cx="6858000" cy="9144000"/>
  <p:embeddedFontLst>
    <p:embeddedFont>
      <p:font typeface="Cambria" panose="02040503050406030204" pitchFamily="18" charset="0"/>
      <p:regular r:id="rId18"/>
      <p:bold r:id="rId19"/>
      <p:italic r:id="rId20"/>
      <p:boldItalic r:id="rId21"/>
    </p:embeddedFont>
    <p:embeddedFont>
      <p:font typeface="Lato" panose="020F0502020204030203" pitchFamily="34" charset="0"/>
      <p:regular r:id="rId22"/>
      <p:bold r:id="rId23"/>
      <p:italic r:id="rId24"/>
      <p:boldItalic r:id="rId25"/>
    </p:embeddedFont>
    <p:embeddedFont>
      <p:font typeface="Vladimir Script" panose="03050402040407070305" pitchFamily="66" charset="77"/>
      <p:regular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592" userDrawn="1">
          <p15:clr>
            <a:srgbClr val="747775"/>
          </p15:clr>
        </p15:guide>
        <p15:guide id="2" pos="4608" userDrawn="1">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3"/>
  </p:normalViewPr>
  <p:slideViewPr>
    <p:cSldViewPr snapToGrid="0">
      <p:cViewPr varScale="1">
        <p:scale>
          <a:sx n="108" d="100"/>
          <a:sy n="108" d="100"/>
        </p:scale>
        <p:origin x="488" y="208"/>
      </p:cViewPr>
      <p:guideLst>
        <p:guide orient="horz" pos="2592"/>
        <p:guide pos="460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51"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4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3993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D851A34-929A-2DAD-4735-56BFBAA6261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C067136-B957-E385-B9EB-AE54CCFFE1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F4398AF-29FD-9CD7-3CB5-3FE2D2C43F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0602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F26BFE9-D8BE-E541-F480-092B06BB4C8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122195A-2900-8314-5DD2-EFBACB47F8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03B2E68-21AA-4FA8-8839-747B0DDC16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35510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F8297A5-D159-935F-78F6-D57E9DFF9A8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9AF6E54-9265-15E4-5611-A086E9868AD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22DBD4D-DC53-6C49-9443-BAB2D3365B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3581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F2D0597-5011-B91F-6DE8-E38A2F7EE86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5B313F2-01C1-A63C-4726-FAC56D85194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33885DD-8BC3-D93E-B949-2F638F4650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353885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62C0B3F-357D-7224-EBF1-F87A4811493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9D455C8-606A-7064-2A1D-C506E0A96A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D3371DB-47B8-8754-F3D8-D03E0B9AE2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1514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1D3D0B2-0F08-DCBE-4ED1-18BB0AC8D54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C298208-EE24-C86B-DD93-E2FB0F18AA8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F77B141-5BBE-E79C-6B3C-DBE840918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3403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30CD27F-BFFD-E4FD-68F1-7B4B0740CEB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C7082A5-705D-21B7-5085-60A43540F3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35F1B68-2339-4F3B-E1D7-05339C6328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07015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830B421-0EAD-F42B-C085-E2C361C2988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C6A3D7A-442A-F821-F9A0-3C55926A339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B84D703-1CA1-81CA-7FC7-7EBEFDBA3D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3992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5CE471C-4995-8488-38B2-511B86E8D01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5671F1E-BE3A-41BE-F746-C18CE0FFF8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9464AC8-105A-1578-6BE2-3431066734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11411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1EAA92E-7670-3BE8-2384-ABA3B66DE74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91856FAD-6AC0-51E0-1330-9898226E703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4D9658D-6240-8872-2430-FA9A40A419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33765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6200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44367D5-3BB3-665D-D99D-158B3D3B106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B87777A-075B-3600-C1EC-17DF991B61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0F78369-3AF0-D18C-DCEA-D11F5F3A39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24527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1463040" y="2103120"/>
            <a:ext cx="12801600" cy="5395200"/>
          </a:xfrm>
          <a:prstGeom prst="rect">
            <a:avLst/>
          </a:prstGeom>
          <a:noFill/>
          <a:ln>
            <a:noFill/>
          </a:ln>
        </p:spPr>
        <p:txBody>
          <a:bodyPr spcFirstLastPara="1" wrap="square" lIns="91425" tIns="45700" rIns="91425" bIns="45700" anchor="t" anchorCtr="0">
            <a:normAutofit/>
          </a:bodyPr>
          <a:lstStyle>
            <a:lvl1pPr marL="731520" marR="0" lvl="0" indent="-609600" algn="l">
              <a:lnSpc>
                <a:spcPct val="115000"/>
              </a:lnSpc>
              <a:spcBef>
                <a:spcPts val="768"/>
              </a:spcBef>
              <a:spcAft>
                <a:spcPts val="0"/>
              </a:spcAft>
              <a:buClr>
                <a:schemeClr val="dk1"/>
              </a:buClr>
              <a:buSzPts val="2400"/>
              <a:buFont typeface="Arial"/>
              <a:buChar char="•"/>
              <a:defRPr sz="3840" b="0" i="0" u="none" strike="noStrike" cap="none">
                <a:solidFill>
                  <a:schemeClr val="dk1"/>
                </a:solidFill>
                <a:latin typeface="Cambria"/>
                <a:ea typeface="Cambria"/>
                <a:cs typeface="Cambria"/>
                <a:sym typeface="Cambria"/>
              </a:defRPr>
            </a:lvl1pPr>
            <a:lvl2pPr marL="1463040" marR="0" lvl="1" indent="-568960" algn="l">
              <a:lnSpc>
                <a:spcPct val="115000"/>
              </a:lnSpc>
              <a:spcBef>
                <a:spcPts val="640"/>
              </a:spcBef>
              <a:spcAft>
                <a:spcPts val="0"/>
              </a:spcAft>
              <a:buClr>
                <a:schemeClr val="dk1"/>
              </a:buClr>
              <a:buSzPts val="2000"/>
              <a:buFont typeface="Arial"/>
              <a:buChar char="–"/>
              <a:defRPr sz="3200" b="0" i="0" u="none" strike="noStrike" cap="none">
                <a:solidFill>
                  <a:schemeClr val="dk1"/>
                </a:solidFill>
                <a:latin typeface="Calibri"/>
                <a:ea typeface="Calibri"/>
                <a:cs typeface="Calibri"/>
                <a:sym typeface="Calibri"/>
              </a:defRPr>
            </a:lvl2pPr>
            <a:lvl3pPr marL="2194560" marR="0" lvl="2" indent="-568960" algn="l">
              <a:lnSpc>
                <a:spcPct val="115000"/>
              </a:lnSpc>
              <a:spcBef>
                <a:spcPts val="640"/>
              </a:spcBef>
              <a:spcAft>
                <a:spcPts val="0"/>
              </a:spcAft>
              <a:buClr>
                <a:schemeClr val="dk1"/>
              </a:buClr>
              <a:buSzPts val="2000"/>
              <a:buFont typeface="Arial"/>
              <a:buChar char="•"/>
              <a:defRPr sz="3200" b="0" i="0" u="none" strike="noStrike" cap="none">
                <a:solidFill>
                  <a:schemeClr val="dk1"/>
                </a:solidFill>
                <a:latin typeface="Calibri"/>
                <a:ea typeface="Calibri"/>
                <a:cs typeface="Calibri"/>
                <a:sym typeface="Calibri"/>
              </a:defRPr>
            </a:lvl3pPr>
            <a:lvl4pPr marL="2926080" marR="0" lvl="3" indent="-548640" algn="l">
              <a:lnSpc>
                <a:spcPct val="115000"/>
              </a:lnSpc>
              <a:spcBef>
                <a:spcPts val="576"/>
              </a:spcBef>
              <a:spcAft>
                <a:spcPts val="0"/>
              </a:spcAft>
              <a:buClr>
                <a:schemeClr val="dk1"/>
              </a:buClr>
              <a:buSzPts val="1800"/>
              <a:buFont typeface="Arial"/>
              <a:buChar char="–"/>
              <a:defRPr sz="2880" b="0" i="0" u="none" strike="noStrike" cap="none">
                <a:solidFill>
                  <a:schemeClr val="dk1"/>
                </a:solidFill>
                <a:latin typeface="Calibri"/>
                <a:ea typeface="Calibri"/>
                <a:cs typeface="Calibri"/>
                <a:sym typeface="Calibri"/>
              </a:defRPr>
            </a:lvl4pPr>
            <a:lvl5pPr marL="3657600" marR="0" lvl="4" indent="-548640" algn="l">
              <a:lnSpc>
                <a:spcPct val="115000"/>
              </a:lnSpc>
              <a:spcBef>
                <a:spcPts val="576"/>
              </a:spcBef>
              <a:spcAft>
                <a:spcPts val="0"/>
              </a:spcAft>
              <a:buClr>
                <a:schemeClr val="dk1"/>
              </a:buClr>
              <a:buSzPts val="1800"/>
              <a:buFont typeface="Arial"/>
              <a:buChar char="»"/>
              <a:defRPr sz="2880" b="0" i="0" u="none" strike="noStrike" cap="none">
                <a:solidFill>
                  <a:schemeClr val="dk1"/>
                </a:solidFill>
                <a:latin typeface="Calibri"/>
                <a:ea typeface="Calibri"/>
                <a:cs typeface="Calibri"/>
                <a:sym typeface="Calibri"/>
              </a:defRPr>
            </a:lvl5pPr>
            <a:lvl6pPr marL="4389120" marR="0" lvl="5" indent="-568960" algn="l">
              <a:lnSpc>
                <a:spcPct val="115000"/>
              </a:lnSpc>
              <a:spcBef>
                <a:spcPts val="640"/>
              </a:spcBef>
              <a:spcAft>
                <a:spcPts val="0"/>
              </a:spcAft>
              <a:buClr>
                <a:schemeClr val="dk1"/>
              </a:buClr>
              <a:buSzPts val="2000"/>
              <a:buFont typeface="Arial"/>
              <a:buChar char="•"/>
              <a:defRPr sz="3200" b="0" i="0" u="none" strike="noStrike" cap="none">
                <a:solidFill>
                  <a:schemeClr val="dk1"/>
                </a:solidFill>
                <a:latin typeface="Calibri"/>
                <a:ea typeface="Calibri"/>
                <a:cs typeface="Calibri"/>
                <a:sym typeface="Calibri"/>
              </a:defRPr>
            </a:lvl6pPr>
            <a:lvl7pPr marL="5120640" marR="0" lvl="6" indent="-568960" algn="l">
              <a:lnSpc>
                <a:spcPct val="115000"/>
              </a:lnSpc>
              <a:spcBef>
                <a:spcPts val="1920"/>
              </a:spcBef>
              <a:spcAft>
                <a:spcPts val="0"/>
              </a:spcAft>
              <a:buClr>
                <a:schemeClr val="dk1"/>
              </a:buClr>
              <a:buSzPts val="2000"/>
              <a:buFont typeface="Arial"/>
              <a:buChar char="•"/>
              <a:defRPr sz="3200" b="0" i="0" u="none" strike="noStrike" cap="none">
                <a:solidFill>
                  <a:schemeClr val="dk1"/>
                </a:solidFill>
                <a:latin typeface="Calibri"/>
                <a:ea typeface="Calibri"/>
                <a:cs typeface="Calibri"/>
                <a:sym typeface="Calibri"/>
              </a:defRPr>
            </a:lvl7pPr>
            <a:lvl8pPr marL="5852160" marR="0" lvl="7" indent="-568960" algn="l">
              <a:lnSpc>
                <a:spcPct val="115000"/>
              </a:lnSpc>
              <a:spcBef>
                <a:spcPts val="1920"/>
              </a:spcBef>
              <a:spcAft>
                <a:spcPts val="0"/>
              </a:spcAft>
              <a:buClr>
                <a:schemeClr val="dk1"/>
              </a:buClr>
              <a:buSzPts val="2000"/>
              <a:buFont typeface="Arial"/>
              <a:buChar char="•"/>
              <a:defRPr sz="3200" b="0" i="0" u="none" strike="noStrike" cap="none">
                <a:solidFill>
                  <a:schemeClr val="dk1"/>
                </a:solidFill>
                <a:latin typeface="Calibri"/>
                <a:ea typeface="Calibri"/>
                <a:cs typeface="Calibri"/>
                <a:sym typeface="Calibri"/>
              </a:defRPr>
            </a:lvl8pPr>
            <a:lvl9pPr marL="6583680" marR="0" lvl="8" indent="-568960" algn="l">
              <a:lnSpc>
                <a:spcPct val="115000"/>
              </a:lnSpc>
              <a:spcBef>
                <a:spcPts val="1920"/>
              </a:spcBef>
              <a:spcAft>
                <a:spcPts val="1920"/>
              </a:spcAft>
              <a:buClr>
                <a:schemeClr val="dk1"/>
              </a:buClr>
              <a:buSzPts val="2000"/>
              <a:buFont typeface="Arial"/>
              <a:buChar char="•"/>
              <a:defRPr sz="32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49450" y="35255"/>
            <a:ext cx="1043698" cy="167832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31"/>
          <p:cNvSpPr/>
          <p:nvPr/>
        </p:nvSpPr>
        <p:spPr>
          <a:xfrm>
            <a:off x="0" y="0"/>
            <a:ext cx="14630400" cy="780480"/>
          </a:xfrm>
          <a:prstGeom prst="rect">
            <a:avLst/>
          </a:prstGeom>
          <a:solidFill>
            <a:schemeClr val="lt1"/>
          </a:solidFill>
          <a:ln>
            <a:noFill/>
          </a:ln>
        </p:spPr>
        <p:txBody>
          <a:bodyPr spcFirstLastPara="1" wrap="square" lIns="146280" tIns="146280" rIns="146280" bIns="14628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1328628" y="1906009"/>
            <a:ext cx="1193221" cy="73322"/>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1167120" y="2115920"/>
            <a:ext cx="12300960" cy="266352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6720"/>
            </a:lvl1pPr>
            <a:lvl2pPr lvl="1" algn="l">
              <a:lnSpc>
                <a:spcPct val="100000"/>
              </a:lnSpc>
              <a:spcBef>
                <a:spcPts val="0"/>
              </a:spcBef>
              <a:spcAft>
                <a:spcPts val="0"/>
              </a:spcAft>
              <a:buSzPts val="4200"/>
              <a:buNone/>
              <a:defRPr sz="6720"/>
            </a:lvl2pPr>
            <a:lvl3pPr lvl="2" algn="l">
              <a:lnSpc>
                <a:spcPct val="100000"/>
              </a:lnSpc>
              <a:spcBef>
                <a:spcPts val="0"/>
              </a:spcBef>
              <a:spcAft>
                <a:spcPts val="0"/>
              </a:spcAft>
              <a:buSzPts val="4200"/>
              <a:buNone/>
              <a:defRPr sz="6720"/>
            </a:lvl3pPr>
            <a:lvl4pPr lvl="3" algn="l">
              <a:lnSpc>
                <a:spcPct val="100000"/>
              </a:lnSpc>
              <a:spcBef>
                <a:spcPts val="0"/>
              </a:spcBef>
              <a:spcAft>
                <a:spcPts val="0"/>
              </a:spcAft>
              <a:buSzPts val="4200"/>
              <a:buNone/>
              <a:defRPr sz="6720"/>
            </a:lvl4pPr>
            <a:lvl5pPr lvl="4" algn="l">
              <a:lnSpc>
                <a:spcPct val="100000"/>
              </a:lnSpc>
              <a:spcBef>
                <a:spcPts val="0"/>
              </a:spcBef>
              <a:spcAft>
                <a:spcPts val="0"/>
              </a:spcAft>
              <a:buSzPts val="4200"/>
              <a:buNone/>
              <a:defRPr sz="6720"/>
            </a:lvl5pPr>
            <a:lvl6pPr lvl="5" algn="l">
              <a:lnSpc>
                <a:spcPct val="100000"/>
              </a:lnSpc>
              <a:spcBef>
                <a:spcPts val="0"/>
              </a:spcBef>
              <a:spcAft>
                <a:spcPts val="0"/>
              </a:spcAft>
              <a:buSzPts val="4200"/>
              <a:buNone/>
              <a:defRPr sz="6720"/>
            </a:lvl6pPr>
            <a:lvl7pPr lvl="6" algn="l">
              <a:lnSpc>
                <a:spcPct val="100000"/>
              </a:lnSpc>
              <a:spcBef>
                <a:spcPts val="0"/>
              </a:spcBef>
              <a:spcAft>
                <a:spcPts val="0"/>
              </a:spcAft>
              <a:buSzPts val="4200"/>
              <a:buNone/>
              <a:defRPr sz="6720"/>
            </a:lvl7pPr>
            <a:lvl8pPr lvl="7" algn="l">
              <a:lnSpc>
                <a:spcPct val="100000"/>
              </a:lnSpc>
              <a:spcBef>
                <a:spcPts val="0"/>
              </a:spcBef>
              <a:spcAft>
                <a:spcPts val="0"/>
              </a:spcAft>
              <a:buSzPts val="4200"/>
              <a:buNone/>
              <a:defRPr sz="6720"/>
            </a:lvl8pPr>
            <a:lvl9pPr lvl="8" algn="l">
              <a:lnSpc>
                <a:spcPct val="100000"/>
              </a:lnSpc>
              <a:spcBef>
                <a:spcPts val="0"/>
              </a:spcBef>
              <a:spcAft>
                <a:spcPts val="0"/>
              </a:spcAft>
              <a:buSzPts val="4200"/>
              <a:buNone/>
              <a:defRPr sz="6720"/>
            </a:lvl9pPr>
          </a:lstStyle>
          <a:p>
            <a:endParaRPr/>
          </a:p>
        </p:txBody>
      </p:sp>
      <p:sp>
        <p:nvSpPr>
          <p:cNvPr id="22" name="Google Shape;22;p31"/>
          <p:cNvSpPr txBox="1">
            <a:spLocks noGrp="1"/>
          </p:cNvSpPr>
          <p:nvPr>
            <p:ph type="subTitle" idx="1"/>
          </p:nvPr>
        </p:nvSpPr>
        <p:spPr>
          <a:xfrm>
            <a:off x="1167403" y="5076640"/>
            <a:ext cx="12300960" cy="86592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2560"/>
            </a:lvl1pPr>
            <a:lvl2pPr lvl="1" algn="l">
              <a:lnSpc>
                <a:spcPct val="100000"/>
              </a:lnSpc>
              <a:spcBef>
                <a:spcPts val="0"/>
              </a:spcBef>
              <a:spcAft>
                <a:spcPts val="0"/>
              </a:spcAft>
              <a:buSzPts val="1600"/>
              <a:buNone/>
              <a:defRPr sz="2560"/>
            </a:lvl2pPr>
            <a:lvl3pPr lvl="2" algn="l">
              <a:lnSpc>
                <a:spcPct val="100000"/>
              </a:lnSpc>
              <a:spcBef>
                <a:spcPts val="0"/>
              </a:spcBef>
              <a:spcAft>
                <a:spcPts val="0"/>
              </a:spcAft>
              <a:buSzPts val="1600"/>
              <a:buNone/>
              <a:defRPr sz="2560"/>
            </a:lvl3pPr>
            <a:lvl4pPr lvl="3" algn="l">
              <a:lnSpc>
                <a:spcPct val="100000"/>
              </a:lnSpc>
              <a:spcBef>
                <a:spcPts val="0"/>
              </a:spcBef>
              <a:spcAft>
                <a:spcPts val="0"/>
              </a:spcAft>
              <a:buSzPts val="1600"/>
              <a:buNone/>
              <a:defRPr sz="2560"/>
            </a:lvl4pPr>
            <a:lvl5pPr lvl="4" algn="l">
              <a:lnSpc>
                <a:spcPct val="100000"/>
              </a:lnSpc>
              <a:spcBef>
                <a:spcPts val="0"/>
              </a:spcBef>
              <a:spcAft>
                <a:spcPts val="0"/>
              </a:spcAft>
              <a:buSzPts val="1600"/>
              <a:buNone/>
              <a:defRPr sz="2560"/>
            </a:lvl5pPr>
            <a:lvl6pPr lvl="5" algn="l">
              <a:lnSpc>
                <a:spcPct val="100000"/>
              </a:lnSpc>
              <a:spcBef>
                <a:spcPts val="0"/>
              </a:spcBef>
              <a:spcAft>
                <a:spcPts val="0"/>
              </a:spcAft>
              <a:buSzPts val="1600"/>
              <a:buNone/>
              <a:defRPr sz="2560"/>
            </a:lvl6pPr>
            <a:lvl7pPr lvl="6" algn="l">
              <a:lnSpc>
                <a:spcPct val="100000"/>
              </a:lnSpc>
              <a:spcBef>
                <a:spcPts val="0"/>
              </a:spcBef>
              <a:spcAft>
                <a:spcPts val="0"/>
              </a:spcAft>
              <a:buSzPts val="1600"/>
              <a:buNone/>
              <a:defRPr sz="2560"/>
            </a:lvl7pPr>
            <a:lvl8pPr lvl="7" algn="l">
              <a:lnSpc>
                <a:spcPct val="100000"/>
              </a:lnSpc>
              <a:spcBef>
                <a:spcPts val="0"/>
              </a:spcBef>
              <a:spcAft>
                <a:spcPts val="0"/>
              </a:spcAft>
              <a:buSzPts val="1600"/>
              <a:buNone/>
              <a:defRPr sz="2560"/>
            </a:lvl8pPr>
            <a:lvl9pPr lvl="8" algn="l">
              <a:lnSpc>
                <a:spcPct val="100000"/>
              </a:lnSpc>
              <a:spcBef>
                <a:spcPts val="0"/>
              </a:spcBef>
              <a:spcAft>
                <a:spcPts val="0"/>
              </a:spcAft>
              <a:buSzPts val="1600"/>
              <a:buNone/>
              <a:defRPr sz="2560"/>
            </a:lvl9pPr>
          </a:lstStyle>
          <a:p>
            <a:endParaRPr/>
          </a:p>
        </p:txBody>
      </p:sp>
      <p:sp>
        <p:nvSpPr>
          <p:cNvPr id="23" name="Google Shape;23;p31"/>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498720" y="712040"/>
            <a:ext cx="13632960" cy="91632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grpSp>
        <p:nvGrpSpPr>
          <p:cNvPr id="25" name="Google Shape;25;p32"/>
          <p:cNvGrpSpPr/>
          <p:nvPr/>
        </p:nvGrpSpPr>
        <p:grpSpPr>
          <a:xfrm>
            <a:off x="1328628" y="1906009"/>
            <a:ext cx="1193221" cy="73322"/>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1167120" y="2115920"/>
            <a:ext cx="12301440" cy="242976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5760">
                <a:solidFill>
                  <a:schemeClr val="lt1"/>
                </a:solidFill>
              </a:defRPr>
            </a:lvl1pPr>
            <a:lvl2pPr lvl="1" algn="l">
              <a:lnSpc>
                <a:spcPct val="100000"/>
              </a:lnSpc>
              <a:spcBef>
                <a:spcPts val="0"/>
              </a:spcBef>
              <a:spcAft>
                <a:spcPts val="0"/>
              </a:spcAft>
              <a:buClr>
                <a:schemeClr val="lt1"/>
              </a:buClr>
              <a:buSzPts val="3600"/>
              <a:buNone/>
              <a:defRPr sz="5760">
                <a:solidFill>
                  <a:schemeClr val="lt1"/>
                </a:solidFill>
              </a:defRPr>
            </a:lvl2pPr>
            <a:lvl3pPr lvl="2" algn="l">
              <a:lnSpc>
                <a:spcPct val="100000"/>
              </a:lnSpc>
              <a:spcBef>
                <a:spcPts val="0"/>
              </a:spcBef>
              <a:spcAft>
                <a:spcPts val="0"/>
              </a:spcAft>
              <a:buClr>
                <a:schemeClr val="lt1"/>
              </a:buClr>
              <a:buSzPts val="3600"/>
              <a:buNone/>
              <a:defRPr sz="5760">
                <a:solidFill>
                  <a:schemeClr val="lt1"/>
                </a:solidFill>
              </a:defRPr>
            </a:lvl3pPr>
            <a:lvl4pPr lvl="3" algn="l">
              <a:lnSpc>
                <a:spcPct val="100000"/>
              </a:lnSpc>
              <a:spcBef>
                <a:spcPts val="0"/>
              </a:spcBef>
              <a:spcAft>
                <a:spcPts val="0"/>
              </a:spcAft>
              <a:buClr>
                <a:schemeClr val="lt1"/>
              </a:buClr>
              <a:buSzPts val="3600"/>
              <a:buNone/>
              <a:defRPr sz="5760">
                <a:solidFill>
                  <a:schemeClr val="lt1"/>
                </a:solidFill>
              </a:defRPr>
            </a:lvl4pPr>
            <a:lvl5pPr lvl="4" algn="l">
              <a:lnSpc>
                <a:spcPct val="100000"/>
              </a:lnSpc>
              <a:spcBef>
                <a:spcPts val="0"/>
              </a:spcBef>
              <a:spcAft>
                <a:spcPts val="0"/>
              </a:spcAft>
              <a:buClr>
                <a:schemeClr val="lt1"/>
              </a:buClr>
              <a:buSzPts val="3600"/>
              <a:buNone/>
              <a:defRPr sz="5760">
                <a:solidFill>
                  <a:schemeClr val="lt1"/>
                </a:solidFill>
              </a:defRPr>
            </a:lvl5pPr>
            <a:lvl6pPr lvl="5" algn="l">
              <a:lnSpc>
                <a:spcPct val="100000"/>
              </a:lnSpc>
              <a:spcBef>
                <a:spcPts val="0"/>
              </a:spcBef>
              <a:spcAft>
                <a:spcPts val="0"/>
              </a:spcAft>
              <a:buClr>
                <a:schemeClr val="lt1"/>
              </a:buClr>
              <a:buSzPts val="3600"/>
              <a:buNone/>
              <a:defRPr sz="5760">
                <a:solidFill>
                  <a:schemeClr val="lt1"/>
                </a:solidFill>
              </a:defRPr>
            </a:lvl6pPr>
            <a:lvl7pPr lvl="6" algn="l">
              <a:lnSpc>
                <a:spcPct val="100000"/>
              </a:lnSpc>
              <a:spcBef>
                <a:spcPts val="0"/>
              </a:spcBef>
              <a:spcAft>
                <a:spcPts val="0"/>
              </a:spcAft>
              <a:buClr>
                <a:schemeClr val="lt1"/>
              </a:buClr>
              <a:buSzPts val="3600"/>
              <a:buNone/>
              <a:defRPr sz="5760">
                <a:solidFill>
                  <a:schemeClr val="lt1"/>
                </a:solidFill>
              </a:defRPr>
            </a:lvl7pPr>
            <a:lvl8pPr lvl="7" algn="l">
              <a:lnSpc>
                <a:spcPct val="100000"/>
              </a:lnSpc>
              <a:spcBef>
                <a:spcPts val="0"/>
              </a:spcBef>
              <a:spcAft>
                <a:spcPts val="0"/>
              </a:spcAft>
              <a:buClr>
                <a:schemeClr val="lt1"/>
              </a:buClr>
              <a:buSzPts val="3600"/>
              <a:buNone/>
              <a:defRPr sz="5760">
                <a:solidFill>
                  <a:schemeClr val="lt1"/>
                </a:solidFill>
              </a:defRPr>
            </a:lvl8pPr>
            <a:lvl9pPr lvl="8" algn="l">
              <a:lnSpc>
                <a:spcPct val="100000"/>
              </a:lnSpc>
              <a:spcBef>
                <a:spcPts val="0"/>
              </a:spcBef>
              <a:spcAft>
                <a:spcPts val="0"/>
              </a:spcAft>
              <a:buClr>
                <a:schemeClr val="lt1"/>
              </a:buClr>
              <a:buSzPts val="3600"/>
              <a:buNone/>
              <a:defRPr sz="5760">
                <a:solidFill>
                  <a:schemeClr val="lt1"/>
                </a:solidFill>
              </a:defRPr>
            </a:lvl9pPr>
          </a:lstStyle>
          <a:p>
            <a:endParaRPr/>
          </a:p>
        </p:txBody>
      </p:sp>
      <p:sp>
        <p:nvSpPr>
          <p:cNvPr id="29" name="Google Shape;29;p32"/>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14630400" cy="780480"/>
          </a:xfrm>
          <a:prstGeom prst="rect">
            <a:avLst/>
          </a:prstGeom>
          <a:solidFill>
            <a:schemeClr val="lt2"/>
          </a:solidFill>
          <a:ln>
            <a:noFill/>
          </a:ln>
        </p:spPr>
        <p:txBody>
          <a:bodyPr spcFirstLastPara="1" wrap="square" lIns="146280" tIns="146280" rIns="146280" bIns="14628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1328628" y="1906009"/>
            <a:ext cx="1193221" cy="73322"/>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1167120" y="2109840"/>
            <a:ext cx="12301920" cy="85632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4160"/>
            </a:lvl1pPr>
            <a:lvl2pPr lvl="1" algn="l">
              <a:lnSpc>
                <a:spcPct val="100000"/>
              </a:lnSpc>
              <a:spcBef>
                <a:spcPts val="0"/>
              </a:spcBef>
              <a:spcAft>
                <a:spcPts val="0"/>
              </a:spcAft>
              <a:buSzPts val="2600"/>
              <a:buNone/>
              <a:defRPr sz="4160"/>
            </a:lvl2pPr>
            <a:lvl3pPr lvl="2" algn="l">
              <a:lnSpc>
                <a:spcPct val="100000"/>
              </a:lnSpc>
              <a:spcBef>
                <a:spcPts val="0"/>
              </a:spcBef>
              <a:spcAft>
                <a:spcPts val="0"/>
              </a:spcAft>
              <a:buSzPts val="2600"/>
              <a:buNone/>
              <a:defRPr sz="4160"/>
            </a:lvl3pPr>
            <a:lvl4pPr lvl="3" algn="l">
              <a:lnSpc>
                <a:spcPct val="100000"/>
              </a:lnSpc>
              <a:spcBef>
                <a:spcPts val="0"/>
              </a:spcBef>
              <a:spcAft>
                <a:spcPts val="0"/>
              </a:spcAft>
              <a:buSzPts val="2600"/>
              <a:buNone/>
              <a:defRPr sz="4160"/>
            </a:lvl4pPr>
            <a:lvl5pPr lvl="4" algn="l">
              <a:lnSpc>
                <a:spcPct val="100000"/>
              </a:lnSpc>
              <a:spcBef>
                <a:spcPts val="0"/>
              </a:spcBef>
              <a:spcAft>
                <a:spcPts val="0"/>
              </a:spcAft>
              <a:buSzPts val="2600"/>
              <a:buNone/>
              <a:defRPr sz="4160"/>
            </a:lvl5pPr>
            <a:lvl6pPr lvl="5" algn="l">
              <a:lnSpc>
                <a:spcPct val="100000"/>
              </a:lnSpc>
              <a:spcBef>
                <a:spcPts val="0"/>
              </a:spcBef>
              <a:spcAft>
                <a:spcPts val="0"/>
              </a:spcAft>
              <a:buSzPts val="2600"/>
              <a:buNone/>
              <a:defRPr sz="4160"/>
            </a:lvl6pPr>
            <a:lvl7pPr lvl="6" algn="l">
              <a:lnSpc>
                <a:spcPct val="100000"/>
              </a:lnSpc>
              <a:spcBef>
                <a:spcPts val="0"/>
              </a:spcBef>
              <a:spcAft>
                <a:spcPts val="0"/>
              </a:spcAft>
              <a:buSzPts val="2600"/>
              <a:buNone/>
              <a:defRPr sz="4160"/>
            </a:lvl7pPr>
            <a:lvl8pPr lvl="7" algn="l">
              <a:lnSpc>
                <a:spcPct val="100000"/>
              </a:lnSpc>
              <a:spcBef>
                <a:spcPts val="0"/>
              </a:spcBef>
              <a:spcAft>
                <a:spcPts val="0"/>
              </a:spcAft>
              <a:buSzPts val="2600"/>
              <a:buNone/>
              <a:defRPr sz="4160"/>
            </a:lvl8pPr>
            <a:lvl9pPr lvl="8" algn="l">
              <a:lnSpc>
                <a:spcPct val="100000"/>
              </a:lnSpc>
              <a:spcBef>
                <a:spcPts val="0"/>
              </a:spcBef>
              <a:spcAft>
                <a:spcPts val="0"/>
              </a:spcAft>
              <a:buSzPts val="2600"/>
              <a:buNone/>
              <a:defRPr sz="4160"/>
            </a:lvl9pPr>
          </a:lstStyle>
          <a:p>
            <a:endParaRPr/>
          </a:p>
        </p:txBody>
      </p:sp>
      <p:sp>
        <p:nvSpPr>
          <p:cNvPr id="36" name="Google Shape;36;p33"/>
          <p:cNvSpPr txBox="1">
            <a:spLocks noGrp="1"/>
          </p:cNvSpPr>
          <p:nvPr>
            <p:ph type="body" idx="1"/>
          </p:nvPr>
        </p:nvSpPr>
        <p:spPr>
          <a:xfrm>
            <a:off x="1167120" y="3326200"/>
            <a:ext cx="12301920" cy="3617760"/>
          </a:xfrm>
          <a:prstGeom prst="rect">
            <a:avLst/>
          </a:prstGeom>
          <a:noFill/>
          <a:ln>
            <a:noFill/>
          </a:ln>
        </p:spPr>
        <p:txBody>
          <a:bodyPr spcFirstLastPara="1" wrap="square" lIns="91425" tIns="91425" rIns="91425" bIns="91425" anchor="t" anchorCtr="0">
            <a:normAutofit/>
          </a:bodyPr>
          <a:lstStyle>
            <a:lvl1pPr marL="731520" lvl="0" indent="-497840" algn="l">
              <a:lnSpc>
                <a:spcPct val="115000"/>
              </a:lnSpc>
              <a:spcBef>
                <a:spcPts val="0"/>
              </a:spcBef>
              <a:spcAft>
                <a:spcPts val="0"/>
              </a:spcAft>
              <a:buSzPts val="1300"/>
              <a:buChar char="●"/>
              <a:defRPr/>
            </a:lvl1pPr>
            <a:lvl2pPr marL="1463040" lvl="1" indent="-477520" algn="l">
              <a:lnSpc>
                <a:spcPct val="115000"/>
              </a:lnSpc>
              <a:spcBef>
                <a:spcPts val="0"/>
              </a:spcBef>
              <a:spcAft>
                <a:spcPts val="0"/>
              </a:spcAft>
              <a:buSzPts val="1100"/>
              <a:buChar char="○"/>
              <a:defRPr/>
            </a:lvl2pPr>
            <a:lvl3pPr marL="2194560" lvl="2" indent="-477520" algn="l">
              <a:lnSpc>
                <a:spcPct val="115000"/>
              </a:lnSpc>
              <a:spcBef>
                <a:spcPts val="0"/>
              </a:spcBef>
              <a:spcAft>
                <a:spcPts val="0"/>
              </a:spcAft>
              <a:buSzPts val="1100"/>
              <a:buChar char="■"/>
              <a:defRPr/>
            </a:lvl3pPr>
            <a:lvl4pPr marL="2926080" lvl="3" indent="-477520" algn="l">
              <a:lnSpc>
                <a:spcPct val="115000"/>
              </a:lnSpc>
              <a:spcBef>
                <a:spcPts val="0"/>
              </a:spcBef>
              <a:spcAft>
                <a:spcPts val="0"/>
              </a:spcAft>
              <a:buSzPts val="1100"/>
              <a:buChar char="●"/>
              <a:defRPr/>
            </a:lvl4pPr>
            <a:lvl5pPr marL="3657600" lvl="4" indent="-477520" algn="l">
              <a:lnSpc>
                <a:spcPct val="115000"/>
              </a:lnSpc>
              <a:spcBef>
                <a:spcPts val="0"/>
              </a:spcBef>
              <a:spcAft>
                <a:spcPts val="0"/>
              </a:spcAft>
              <a:buSzPts val="1100"/>
              <a:buChar char="○"/>
              <a:defRPr/>
            </a:lvl5pPr>
            <a:lvl6pPr marL="4389120" lvl="5" indent="-477520" algn="l">
              <a:lnSpc>
                <a:spcPct val="115000"/>
              </a:lnSpc>
              <a:spcBef>
                <a:spcPts val="0"/>
              </a:spcBef>
              <a:spcAft>
                <a:spcPts val="0"/>
              </a:spcAft>
              <a:buSzPts val="1100"/>
              <a:buChar char="■"/>
              <a:defRPr/>
            </a:lvl6pPr>
            <a:lvl7pPr marL="5120640" lvl="6" indent="-477520" algn="l">
              <a:lnSpc>
                <a:spcPct val="115000"/>
              </a:lnSpc>
              <a:spcBef>
                <a:spcPts val="0"/>
              </a:spcBef>
              <a:spcAft>
                <a:spcPts val="0"/>
              </a:spcAft>
              <a:buSzPts val="1100"/>
              <a:buChar char="●"/>
              <a:defRPr/>
            </a:lvl7pPr>
            <a:lvl8pPr marL="5852160" lvl="7" indent="-477520" algn="l">
              <a:lnSpc>
                <a:spcPct val="115000"/>
              </a:lnSpc>
              <a:spcBef>
                <a:spcPts val="0"/>
              </a:spcBef>
              <a:spcAft>
                <a:spcPts val="0"/>
              </a:spcAft>
              <a:buSzPts val="1100"/>
              <a:buChar char="○"/>
              <a:defRPr/>
            </a:lvl8pPr>
            <a:lvl9pPr marL="6583680" lvl="8" indent="-47752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14630400" cy="780480"/>
          </a:xfrm>
          <a:prstGeom prst="rect">
            <a:avLst/>
          </a:prstGeom>
          <a:solidFill>
            <a:schemeClr val="lt2"/>
          </a:solidFill>
          <a:ln>
            <a:noFill/>
          </a:ln>
        </p:spPr>
        <p:txBody>
          <a:bodyPr spcFirstLastPara="1" wrap="square" lIns="146280" tIns="146280" rIns="146280" bIns="14628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1328628" y="1906009"/>
            <a:ext cx="1193221" cy="73322"/>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1167120" y="2109840"/>
            <a:ext cx="12301440" cy="85632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4160"/>
            </a:lvl1pPr>
            <a:lvl2pPr lvl="1" algn="l">
              <a:lnSpc>
                <a:spcPct val="100000"/>
              </a:lnSpc>
              <a:spcBef>
                <a:spcPts val="0"/>
              </a:spcBef>
              <a:spcAft>
                <a:spcPts val="0"/>
              </a:spcAft>
              <a:buSzPts val="2600"/>
              <a:buNone/>
              <a:defRPr sz="4160"/>
            </a:lvl2pPr>
            <a:lvl3pPr lvl="2" algn="l">
              <a:lnSpc>
                <a:spcPct val="100000"/>
              </a:lnSpc>
              <a:spcBef>
                <a:spcPts val="0"/>
              </a:spcBef>
              <a:spcAft>
                <a:spcPts val="0"/>
              </a:spcAft>
              <a:buSzPts val="2600"/>
              <a:buNone/>
              <a:defRPr sz="4160"/>
            </a:lvl3pPr>
            <a:lvl4pPr lvl="3" algn="l">
              <a:lnSpc>
                <a:spcPct val="100000"/>
              </a:lnSpc>
              <a:spcBef>
                <a:spcPts val="0"/>
              </a:spcBef>
              <a:spcAft>
                <a:spcPts val="0"/>
              </a:spcAft>
              <a:buSzPts val="2600"/>
              <a:buNone/>
              <a:defRPr sz="4160"/>
            </a:lvl4pPr>
            <a:lvl5pPr lvl="4" algn="l">
              <a:lnSpc>
                <a:spcPct val="100000"/>
              </a:lnSpc>
              <a:spcBef>
                <a:spcPts val="0"/>
              </a:spcBef>
              <a:spcAft>
                <a:spcPts val="0"/>
              </a:spcAft>
              <a:buSzPts val="2600"/>
              <a:buNone/>
              <a:defRPr sz="4160"/>
            </a:lvl5pPr>
            <a:lvl6pPr lvl="5" algn="l">
              <a:lnSpc>
                <a:spcPct val="100000"/>
              </a:lnSpc>
              <a:spcBef>
                <a:spcPts val="0"/>
              </a:spcBef>
              <a:spcAft>
                <a:spcPts val="0"/>
              </a:spcAft>
              <a:buSzPts val="2600"/>
              <a:buNone/>
              <a:defRPr sz="4160"/>
            </a:lvl6pPr>
            <a:lvl7pPr lvl="6" algn="l">
              <a:lnSpc>
                <a:spcPct val="100000"/>
              </a:lnSpc>
              <a:spcBef>
                <a:spcPts val="0"/>
              </a:spcBef>
              <a:spcAft>
                <a:spcPts val="0"/>
              </a:spcAft>
              <a:buSzPts val="2600"/>
              <a:buNone/>
              <a:defRPr sz="4160"/>
            </a:lvl7pPr>
            <a:lvl8pPr lvl="7" algn="l">
              <a:lnSpc>
                <a:spcPct val="100000"/>
              </a:lnSpc>
              <a:spcBef>
                <a:spcPts val="0"/>
              </a:spcBef>
              <a:spcAft>
                <a:spcPts val="0"/>
              </a:spcAft>
              <a:buSzPts val="2600"/>
              <a:buNone/>
              <a:defRPr sz="4160"/>
            </a:lvl8pPr>
            <a:lvl9pPr lvl="8" algn="l">
              <a:lnSpc>
                <a:spcPct val="100000"/>
              </a:lnSpc>
              <a:spcBef>
                <a:spcPts val="0"/>
              </a:spcBef>
              <a:spcAft>
                <a:spcPts val="0"/>
              </a:spcAft>
              <a:buSzPts val="2600"/>
              <a:buNone/>
              <a:defRPr sz="4160"/>
            </a:lvl9pPr>
          </a:lstStyle>
          <a:p>
            <a:endParaRPr/>
          </a:p>
        </p:txBody>
      </p:sp>
      <p:sp>
        <p:nvSpPr>
          <p:cNvPr id="44" name="Google Shape;44;p34"/>
          <p:cNvSpPr txBox="1">
            <a:spLocks noGrp="1"/>
          </p:cNvSpPr>
          <p:nvPr>
            <p:ph type="body" idx="1"/>
          </p:nvPr>
        </p:nvSpPr>
        <p:spPr>
          <a:xfrm>
            <a:off x="1166920" y="3326200"/>
            <a:ext cx="6038880" cy="3617760"/>
          </a:xfrm>
          <a:prstGeom prst="rect">
            <a:avLst/>
          </a:prstGeom>
          <a:noFill/>
          <a:ln>
            <a:noFill/>
          </a:ln>
        </p:spPr>
        <p:txBody>
          <a:bodyPr spcFirstLastPara="1" wrap="square" lIns="91425" tIns="91425" rIns="91425" bIns="91425" anchor="t" anchorCtr="0">
            <a:normAutofit/>
          </a:bodyPr>
          <a:lstStyle>
            <a:lvl1pPr marL="731520" lvl="0" indent="-497840" algn="l">
              <a:lnSpc>
                <a:spcPct val="115000"/>
              </a:lnSpc>
              <a:spcBef>
                <a:spcPts val="0"/>
              </a:spcBef>
              <a:spcAft>
                <a:spcPts val="0"/>
              </a:spcAft>
              <a:buSzPts val="1300"/>
              <a:buChar char="●"/>
              <a:defRPr/>
            </a:lvl1pPr>
            <a:lvl2pPr marL="1463040" lvl="1" indent="-477520" algn="l">
              <a:lnSpc>
                <a:spcPct val="115000"/>
              </a:lnSpc>
              <a:spcBef>
                <a:spcPts val="0"/>
              </a:spcBef>
              <a:spcAft>
                <a:spcPts val="0"/>
              </a:spcAft>
              <a:buSzPts val="1100"/>
              <a:buChar char="○"/>
              <a:defRPr/>
            </a:lvl2pPr>
            <a:lvl3pPr marL="2194560" lvl="2" indent="-477520" algn="l">
              <a:lnSpc>
                <a:spcPct val="115000"/>
              </a:lnSpc>
              <a:spcBef>
                <a:spcPts val="0"/>
              </a:spcBef>
              <a:spcAft>
                <a:spcPts val="0"/>
              </a:spcAft>
              <a:buSzPts val="1100"/>
              <a:buChar char="■"/>
              <a:defRPr/>
            </a:lvl3pPr>
            <a:lvl4pPr marL="2926080" lvl="3" indent="-477520" algn="l">
              <a:lnSpc>
                <a:spcPct val="115000"/>
              </a:lnSpc>
              <a:spcBef>
                <a:spcPts val="0"/>
              </a:spcBef>
              <a:spcAft>
                <a:spcPts val="0"/>
              </a:spcAft>
              <a:buSzPts val="1100"/>
              <a:buChar char="●"/>
              <a:defRPr/>
            </a:lvl4pPr>
            <a:lvl5pPr marL="3657600" lvl="4" indent="-477520" algn="l">
              <a:lnSpc>
                <a:spcPct val="115000"/>
              </a:lnSpc>
              <a:spcBef>
                <a:spcPts val="0"/>
              </a:spcBef>
              <a:spcAft>
                <a:spcPts val="0"/>
              </a:spcAft>
              <a:buSzPts val="1100"/>
              <a:buChar char="○"/>
              <a:defRPr/>
            </a:lvl5pPr>
            <a:lvl6pPr marL="4389120" lvl="5" indent="-477520" algn="l">
              <a:lnSpc>
                <a:spcPct val="115000"/>
              </a:lnSpc>
              <a:spcBef>
                <a:spcPts val="0"/>
              </a:spcBef>
              <a:spcAft>
                <a:spcPts val="0"/>
              </a:spcAft>
              <a:buSzPts val="1100"/>
              <a:buChar char="■"/>
              <a:defRPr/>
            </a:lvl6pPr>
            <a:lvl7pPr marL="5120640" lvl="6" indent="-477520" algn="l">
              <a:lnSpc>
                <a:spcPct val="115000"/>
              </a:lnSpc>
              <a:spcBef>
                <a:spcPts val="0"/>
              </a:spcBef>
              <a:spcAft>
                <a:spcPts val="0"/>
              </a:spcAft>
              <a:buSzPts val="1100"/>
              <a:buChar char="●"/>
              <a:defRPr/>
            </a:lvl7pPr>
            <a:lvl8pPr marL="5852160" lvl="7" indent="-477520" algn="l">
              <a:lnSpc>
                <a:spcPct val="115000"/>
              </a:lnSpc>
              <a:spcBef>
                <a:spcPts val="0"/>
              </a:spcBef>
              <a:spcAft>
                <a:spcPts val="0"/>
              </a:spcAft>
              <a:buSzPts val="1100"/>
              <a:buChar char="○"/>
              <a:defRPr/>
            </a:lvl8pPr>
            <a:lvl9pPr marL="6583680" lvl="8" indent="-47752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7429766" y="3326200"/>
            <a:ext cx="6038880" cy="3617760"/>
          </a:xfrm>
          <a:prstGeom prst="rect">
            <a:avLst/>
          </a:prstGeom>
          <a:noFill/>
          <a:ln>
            <a:noFill/>
          </a:ln>
        </p:spPr>
        <p:txBody>
          <a:bodyPr spcFirstLastPara="1" wrap="square" lIns="91425" tIns="91425" rIns="91425" bIns="91425" anchor="t" anchorCtr="0">
            <a:normAutofit/>
          </a:bodyPr>
          <a:lstStyle>
            <a:lvl1pPr marL="731520" lvl="0" indent="-497840" algn="l">
              <a:lnSpc>
                <a:spcPct val="115000"/>
              </a:lnSpc>
              <a:spcBef>
                <a:spcPts val="0"/>
              </a:spcBef>
              <a:spcAft>
                <a:spcPts val="0"/>
              </a:spcAft>
              <a:buSzPts val="1300"/>
              <a:buChar char="●"/>
              <a:defRPr/>
            </a:lvl1pPr>
            <a:lvl2pPr marL="1463040" lvl="1" indent="-477520" algn="l">
              <a:lnSpc>
                <a:spcPct val="115000"/>
              </a:lnSpc>
              <a:spcBef>
                <a:spcPts val="0"/>
              </a:spcBef>
              <a:spcAft>
                <a:spcPts val="0"/>
              </a:spcAft>
              <a:buSzPts val="1100"/>
              <a:buChar char="○"/>
              <a:defRPr/>
            </a:lvl2pPr>
            <a:lvl3pPr marL="2194560" lvl="2" indent="-477520" algn="l">
              <a:lnSpc>
                <a:spcPct val="115000"/>
              </a:lnSpc>
              <a:spcBef>
                <a:spcPts val="0"/>
              </a:spcBef>
              <a:spcAft>
                <a:spcPts val="0"/>
              </a:spcAft>
              <a:buSzPts val="1100"/>
              <a:buChar char="■"/>
              <a:defRPr/>
            </a:lvl3pPr>
            <a:lvl4pPr marL="2926080" lvl="3" indent="-477520" algn="l">
              <a:lnSpc>
                <a:spcPct val="115000"/>
              </a:lnSpc>
              <a:spcBef>
                <a:spcPts val="0"/>
              </a:spcBef>
              <a:spcAft>
                <a:spcPts val="0"/>
              </a:spcAft>
              <a:buSzPts val="1100"/>
              <a:buChar char="●"/>
              <a:defRPr/>
            </a:lvl4pPr>
            <a:lvl5pPr marL="3657600" lvl="4" indent="-477520" algn="l">
              <a:lnSpc>
                <a:spcPct val="115000"/>
              </a:lnSpc>
              <a:spcBef>
                <a:spcPts val="0"/>
              </a:spcBef>
              <a:spcAft>
                <a:spcPts val="0"/>
              </a:spcAft>
              <a:buSzPts val="1100"/>
              <a:buChar char="○"/>
              <a:defRPr/>
            </a:lvl5pPr>
            <a:lvl6pPr marL="4389120" lvl="5" indent="-477520" algn="l">
              <a:lnSpc>
                <a:spcPct val="115000"/>
              </a:lnSpc>
              <a:spcBef>
                <a:spcPts val="0"/>
              </a:spcBef>
              <a:spcAft>
                <a:spcPts val="0"/>
              </a:spcAft>
              <a:buSzPts val="1100"/>
              <a:buChar char="■"/>
              <a:defRPr/>
            </a:lvl6pPr>
            <a:lvl7pPr marL="5120640" lvl="6" indent="-477520" algn="l">
              <a:lnSpc>
                <a:spcPct val="115000"/>
              </a:lnSpc>
              <a:spcBef>
                <a:spcPts val="0"/>
              </a:spcBef>
              <a:spcAft>
                <a:spcPts val="0"/>
              </a:spcAft>
              <a:buSzPts val="1100"/>
              <a:buChar char="●"/>
              <a:defRPr/>
            </a:lvl7pPr>
            <a:lvl8pPr marL="5852160" lvl="7" indent="-477520" algn="l">
              <a:lnSpc>
                <a:spcPct val="115000"/>
              </a:lnSpc>
              <a:spcBef>
                <a:spcPts val="0"/>
              </a:spcBef>
              <a:spcAft>
                <a:spcPts val="0"/>
              </a:spcAft>
              <a:buSzPts val="1100"/>
              <a:buChar char="○"/>
              <a:defRPr/>
            </a:lvl8pPr>
            <a:lvl9pPr marL="6583680" lvl="8" indent="-47752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14630400" cy="780480"/>
          </a:xfrm>
          <a:prstGeom prst="rect">
            <a:avLst/>
          </a:prstGeom>
          <a:solidFill>
            <a:schemeClr val="lt2"/>
          </a:solidFill>
          <a:ln>
            <a:noFill/>
          </a:ln>
        </p:spPr>
        <p:txBody>
          <a:bodyPr spcFirstLastPara="1" wrap="square" lIns="146280" tIns="146280" rIns="146280" bIns="14628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1328628" y="1906009"/>
            <a:ext cx="1193221" cy="73322"/>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1167120" y="2109840"/>
            <a:ext cx="12301440" cy="85632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4160"/>
            </a:lvl1pPr>
            <a:lvl2pPr lvl="1" algn="l">
              <a:lnSpc>
                <a:spcPct val="100000"/>
              </a:lnSpc>
              <a:spcBef>
                <a:spcPts val="0"/>
              </a:spcBef>
              <a:spcAft>
                <a:spcPts val="0"/>
              </a:spcAft>
              <a:buSzPts val="2600"/>
              <a:buNone/>
              <a:defRPr sz="4160"/>
            </a:lvl2pPr>
            <a:lvl3pPr lvl="2" algn="l">
              <a:lnSpc>
                <a:spcPct val="100000"/>
              </a:lnSpc>
              <a:spcBef>
                <a:spcPts val="0"/>
              </a:spcBef>
              <a:spcAft>
                <a:spcPts val="0"/>
              </a:spcAft>
              <a:buSzPts val="2600"/>
              <a:buNone/>
              <a:defRPr sz="4160"/>
            </a:lvl3pPr>
            <a:lvl4pPr lvl="3" algn="l">
              <a:lnSpc>
                <a:spcPct val="100000"/>
              </a:lnSpc>
              <a:spcBef>
                <a:spcPts val="0"/>
              </a:spcBef>
              <a:spcAft>
                <a:spcPts val="0"/>
              </a:spcAft>
              <a:buSzPts val="2600"/>
              <a:buNone/>
              <a:defRPr sz="4160"/>
            </a:lvl4pPr>
            <a:lvl5pPr lvl="4" algn="l">
              <a:lnSpc>
                <a:spcPct val="100000"/>
              </a:lnSpc>
              <a:spcBef>
                <a:spcPts val="0"/>
              </a:spcBef>
              <a:spcAft>
                <a:spcPts val="0"/>
              </a:spcAft>
              <a:buSzPts val="2600"/>
              <a:buNone/>
              <a:defRPr sz="4160"/>
            </a:lvl5pPr>
            <a:lvl6pPr lvl="5" algn="l">
              <a:lnSpc>
                <a:spcPct val="100000"/>
              </a:lnSpc>
              <a:spcBef>
                <a:spcPts val="0"/>
              </a:spcBef>
              <a:spcAft>
                <a:spcPts val="0"/>
              </a:spcAft>
              <a:buSzPts val="2600"/>
              <a:buNone/>
              <a:defRPr sz="4160"/>
            </a:lvl6pPr>
            <a:lvl7pPr lvl="6" algn="l">
              <a:lnSpc>
                <a:spcPct val="100000"/>
              </a:lnSpc>
              <a:spcBef>
                <a:spcPts val="0"/>
              </a:spcBef>
              <a:spcAft>
                <a:spcPts val="0"/>
              </a:spcAft>
              <a:buSzPts val="2600"/>
              <a:buNone/>
              <a:defRPr sz="4160"/>
            </a:lvl7pPr>
            <a:lvl8pPr lvl="7" algn="l">
              <a:lnSpc>
                <a:spcPct val="100000"/>
              </a:lnSpc>
              <a:spcBef>
                <a:spcPts val="0"/>
              </a:spcBef>
              <a:spcAft>
                <a:spcPts val="0"/>
              </a:spcAft>
              <a:buSzPts val="2600"/>
              <a:buNone/>
              <a:defRPr sz="4160"/>
            </a:lvl8pPr>
            <a:lvl9pPr lvl="8" algn="l">
              <a:lnSpc>
                <a:spcPct val="100000"/>
              </a:lnSpc>
              <a:spcBef>
                <a:spcPts val="0"/>
              </a:spcBef>
              <a:spcAft>
                <a:spcPts val="0"/>
              </a:spcAft>
              <a:buSzPts val="2600"/>
              <a:buNone/>
              <a:defRPr sz="4160"/>
            </a:lvl9pPr>
          </a:lstStyle>
          <a:p>
            <a:endParaRPr/>
          </a:p>
        </p:txBody>
      </p:sp>
      <p:sp>
        <p:nvSpPr>
          <p:cNvPr id="53" name="Google Shape;53;p35"/>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14630400" cy="780480"/>
          </a:xfrm>
          <a:prstGeom prst="rect">
            <a:avLst/>
          </a:prstGeom>
          <a:solidFill>
            <a:schemeClr val="lt2"/>
          </a:solidFill>
          <a:ln>
            <a:noFill/>
          </a:ln>
        </p:spPr>
        <p:txBody>
          <a:bodyPr spcFirstLastPara="1" wrap="square" lIns="146280" tIns="146280" rIns="146280" bIns="14628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1328628" y="1906009"/>
            <a:ext cx="1193221" cy="73322"/>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1168000" y="2109840"/>
            <a:ext cx="5281440" cy="2210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4160"/>
            </a:lvl1pPr>
            <a:lvl2pPr lvl="1" algn="l">
              <a:lnSpc>
                <a:spcPct val="100000"/>
              </a:lnSpc>
              <a:spcBef>
                <a:spcPts val="0"/>
              </a:spcBef>
              <a:spcAft>
                <a:spcPts val="0"/>
              </a:spcAft>
              <a:buSzPts val="2600"/>
              <a:buNone/>
              <a:defRPr sz="4160"/>
            </a:lvl2pPr>
            <a:lvl3pPr lvl="2" algn="l">
              <a:lnSpc>
                <a:spcPct val="100000"/>
              </a:lnSpc>
              <a:spcBef>
                <a:spcPts val="0"/>
              </a:spcBef>
              <a:spcAft>
                <a:spcPts val="0"/>
              </a:spcAft>
              <a:buSzPts val="2600"/>
              <a:buNone/>
              <a:defRPr sz="4160"/>
            </a:lvl3pPr>
            <a:lvl4pPr lvl="3" algn="l">
              <a:lnSpc>
                <a:spcPct val="100000"/>
              </a:lnSpc>
              <a:spcBef>
                <a:spcPts val="0"/>
              </a:spcBef>
              <a:spcAft>
                <a:spcPts val="0"/>
              </a:spcAft>
              <a:buSzPts val="2600"/>
              <a:buNone/>
              <a:defRPr sz="4160"/>
            </a:lvl4pPr>
            <a:lvl5pPr lvl="4" algn="l">
              <a:lnSpc>
                <a:spcPct val="100000"/>
              </a:lnSpc>
              <a:spcBef>
                <a:spcPts val="0"/>
              </a:spcBef>
              <a:spcAft>
                <a:spcPts val="0"/>
              </a:spcAft>
              <a:buSzPts val="2600"/>
              <a:buNone/>
              <a:defRPr sz="4160"/>
            </a:lvl5pPr>
            <a:lvl6pPr lvl="5" algn="l">
              <a:lnSpc>
                <a:spcPct val="100000"/>
              </a:lnSpc>
              <a:spcBef>
                <a:spcPts val="0"/>
              </a:spcBef>
              <a:spcAft>
                <a:spcPts val="0"/>
              </a:spcAft>
              <a:buSzPts val="2600"/>
              <a:buNone/>
              <a:defRPr sz="4160"/>
            </a:lvl6pPr>
            <a:lvl7pPr lvl="6" algn="l">
              <a:lnSpc>
                <a:spcPct val="100000"/>
              </a:lnSpc>
              <a:spcBef>
                <a:spcPts val="0"/>
              </a:spcBef>
              <a:spcAft>
                <a:spcPts val="0"/>
              </a:spcAft>
              <a:buSzPts val="2600"/>
              <a:buNone/>
              <a:defRPr sz="4160"/>
            </a:lvl7pPr>
            <a:lvl8pPr lvl="7" algn="l">
              <a:lnSpc>
                <a:spcPct val="100000"/>
              </a:lnSpc>
              <a:spcBef>
                <a:spcPts val="0"/>
              </a:spcBef>
              <a:spcAft>
                <a:spcPts val="0"/>
              </a:spcAft>
              <a:buSzPts val="2600"/>
              <a:buNone/>
              <a:defRPr sz="4160"/>
            </a:lvl8pPr>
            <a:lvl9pPr lvl="8" algn="l">
              <a:lnSpc>
                <a:spcPct val="100000"/>
              </a:lnSpc>
              <a:spcBef>
                <a:spcPts val="0"/>
              </a:spcBef>
              <a:spcAft>
                <a:spcPts val="0"/>
              </a:spcAft>
              <a:buSzPts val="2600"/>
              <a:buNone/>
              <a:defRPr sz="4160"/>
            </a:lvl9pPr>
          </a:lstStyle>
          <a:p>
            <a:endParaRPr/>
          </a:p>
        </p:txBody>
      </p:sp>
      <p:sp>
        <p:nvSpPr>
          <p:cNvPr id="60" name="Google Shape;60;p36"/>
          <p:cNvSpPr txBox="1">
            <a:spLocks noGrp="1"/>
          </p:cNvSpPr>
          <p:nvPr>
            <p:ph type="body" idx="1"/>
          </p:nvPr>
        </p:nvSpPr>
        <p:spPr>
          <a:xfrm>
            <a:off x="1153960" y="4450760"/>
            <a:ext cx="5281440" cy="2556000"/>
          </a:xfrm>
          <a:prstGeom prst="rect">
            <a:avLst/>
          </a:prstGeom>
          <a:noFill/>
          <a:ln>
            <a:noFill/>
          </a:ln>
        </p:spPr>
        <p:txBody>
          <a:bodyPr spcFirstLastPara="1" wrap="square" lIns="91425" tIns="91425" rIns="91425" bIns="91425" anchor="t" anchorCtr="0">
            <a:normAutofit/>
          </a:bodyPr>
          <a:lstStyle>
            <a:lvl1pPr marL="731520" lvl="0" indent="-497840" algn="l">
              <a:lnSpc>
                <a:spcPct val="115000"/>
              </a:lnSpc>
              <a:spcBef>
                <a:spcPts val="0"/>
              </a:spcBef>
              <a:spcAft>
                <a:spcPts val="0"/>
              </a:spcAft>
              <a:buSzPts val="1300"/>
              <a:buChar char="●"/>
              <a:defRPr/>
            </a:lvl1pPr>
            <a:lvl2pPr marL="1463040" lvl="1" indent="-477520" algn="l">
              <a:lnSpc>
                <a:spcPct val="115000"/>
              </a:lnSpc>
              <a:spcBef>
                <a:spcPts val="0"/>
              </a:spcBef>
              <a:spcAft>
                <a:spcPts val="0"/>
              </a:spcAft>
              <a:buSzPts val="1100"/>
              <a:buChar char="○"/>
              <a:defRPr/>
            </a:lvl2pPr>
            <a:lvl3pPr marL="2194560" lvl="2" indent="-477520" algn="l">
              <a:lnSpc>
                <a:spcPct val="115000"/>
              </a:lnSpc>
              <a:spcBef>
                <a:spcPts val="0"/>
              </a:spcBef>
              <a:spcAft>
                <a:spcPts val="0"/>
              </a:spcAft>
              <a:buSzPts val="1100"/>
              <a:buChar char="■"/>
              <a:defRPr/>
            </a:lvl3pPr>
            <a:lvl4pPr marL="2926080" lvl="3" indent="-477520" algn="l">
              <a:lnSpc>
                <a:spcPct val="115000"/>
              </a:lnSpc>
              <a:spcBef>
                <a:spcPts val="0"/>
              </a:spcBef>
              <a:spcAft>
                <a:spcPts val="0"/>
              </a:spcAft>
              <a:buSzPts val="1100"/>
              <a:buChar char="●"/>
              <a:defRPr/>
            </a:lvl4pPr>
            <a:lvl5pPr marL="3657600" lvl="4" indent="-477520" algn="l">
              <a:lnSpc>
                <a:spcPct val="115000"/>
              </a:lnSpc>
              <a:spcBef>
                <a:spcPts val="0"/>
              </a:spcBef>
              <a:spcAft>
                <a:spcPts val="0"/>
              </a:spcAft>
              <a:buSzPts val="1100"/>
              <a:buChar char="○"/>
              <a:defRPr/>
            </a:lvl5pPr>
            <a:lvl6pPr marL="4389120" lvl="5" indent="-477520" algn="l">
              <a:lnSpc>
                <a:spcPct val="115000"/>
              </a:lnSpc>
              <a:spcBef>
                <a:spcPts val="0"/>
              </a:spcBef>
              <a:spcAft>
                <a:spcPts val="0"/>
              </a:spcAft>
              <a:buSzPts val="1100"/>
              <a:buChar char="■"/>
              <a:defRPr/>
            </a:lvl6pPr>
            <a:lvl7pPr marL="5120640" lvl="6" indent="-477520" algn="l">
              <a:lnSpc>
                <a:spcPct val="115000"/>
              </a:lnSpc>
              <a:spcBef>
                <a:spcPts val="0"/>
              </a:spcBef>
              <a:spcAft>
                <a:spcPts val="0"/>
              </a:spcAft>
              <a:buSzPts val="1100"/>
              <a:buChar char="●"/>
              <a:defRPr/>
            </a:lvl7pPr>
            <a:lvl8pPr marL="5852160" lvl="7" indent="-477520" algn="l">
              <a:lnSpc>
                <a:spcPct val="115000"/>
              </a:lnSpc>
              <a:spcBef>
                <a:spcPts val="0"/>
              </a:spcBef>
              <a:spcAft>
                <a:spcPts val="0"/>
              </a:spcAft>
              <a:buSzPts val="1100"/>
              <a:buChar char="○"/>
              <a:defRPr/>
            </a:lvl8pPr>
            <a:lvl9pPr marL="6583680" lvl="8" indent="-47752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2"/>
        <p:cNvGrpSpPr/>
        <p:nvPr/>
      </p:nvGrpSpPr>
      <p:grpSpPr>
        <a:xfrm>
          <a:off x="0" y="0"/>
          <a:ext cx="0" cy="0"/>
          <a:chOff x="0" y="0"/>
          <a:chExt cx="0" cy="0"/>
        </a:xfrm>
      </p:grpSpPr>
      <p:grpSp>
        <p:nvGrpSpPr>
          <p:cNvPr id="63" name="Google Shape;63;p37"/>
          <p:cNvGrpSpPr/>
          <p:nvPr/>
        </p:nvGrpSpPr>
        <p:grpSpPr>
          <a:xfrm>
            <a:off x="1328628" y="6670608"/>
            <a:ext cx="1193221" cy="73322"/>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1167120" y="1382880"/>
            <a:ext cx="11233920" cy="4776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5760">
                <a:solidFill>
                  <a:schemeClr val="lt1"/>
                </a:solidFill>
              </a:defRPr>
            </a:lvl1pPr>
            <a:lvl2pPr lvl="1" algn="l">
              <a:lnSpc>
                <a:spcPct val="100000"/>
              </a:lnSpc>
              <a:spcBef>
                <a:spcPts val="0"/>
              </a:spcBef>
              <a:spcAft>
                <a:spcPts val="0"/>
              </a:spcAft>
              <a:buClr>
                <a:schemeClr val="lt1"/>
              </a:buClr>
              <a:buSzPts val="3600"/>
              <a:buNone/>
              <a:defRPr sz="5760">
                <a:solidFill>
                  <a:schemeClr val="lt1"/>
                </a:solidFill>
              </a:defRPr>
            </a:lvl2pPr>
            <a:lvl3pPr lvl="2" algn="l">
              <a:lnSpc>
                <a:spcPct val="100000"/>
              </a:lnSpc>
              <a:spcBef>
                <a:spcPts val="0"/>
              </a:spcBef>
              <a:spcAft>
                <a:spcPts val="0"/>
              </a:spcAft>
              <a:buClr>
                <a:schemeClr val="lt1"/>
              </a:buClr>
              <a:buSzPts val="3600"/>
              <a:buNone/>
              <a:defRPr sz="5760">
                <a:solidFill>
                  <a:schemeClr val="lt1"/>
                </a:solidFill>
              </a:defRPr>
            </a:lvl3pPr>
            <a:lvl4pPr lvl="3" algn="l">
              <a:lnSpc>
                <a:spcPct val="100000"/>
              </a:lnSpc>
              <a:spcBef>
                <a:spcPts val="0"/>
              </a:spcBef>
              <a:spcAft>
                <a:spcPts val="0"/>
              </a:spcAft>
              <a:buClr>
                <a:schemeClr val="lt1"/>
              </a:buClr>
              <a:buSzPts val="3600"/>
              <a:buNone/>
              <a:defRPr sz="5760">
                <a:solidFill>
                  <a:schemeClr val="lt1"/>
                </a:solidFill>
              </a:defRPr>
            </a:lvl4pPr>
            <a:lvl5pPr lvl="4" algn="l">
              <a:lnSpc>
                <a:spcPct val="100000"/>
              </a:lnSpc>
              <a:spcBef>
                <a:spcPts val="0"/>
              </a:spcBef>
              <a:spcAft>
                <a:spcPts val="0"/>
              </a:spcAft>
              <a:buClr>
                <a:schemeClr val="lt1"/>
              </a:buClr>
              <a:buSzPts val="3600"/>
              <a:buNone/>
              <a:defRPr sz="5760">
                <a:solidFill>
                  <a:schemeClr val="lt1"/>
                </a:solidFill>
              </a:defRPr>
            </a:lvl5pPr>
            <a:lvl6pPr lvl="5" algn="l">
              <a:lnSpc>
                <a:spcPct val="100000"/>
              </a:lnSpc>
              <a:spcBef>
                <a:spcPts val="0"/>
              </a:spcBef>
              <a:spcAft>
                <a:spcPts val="0"/>
              </a:spcAft>
              <a:buClr>
                <a:schemeClr val="lt1"/>
              </a:buClr>
              <a:buSzPts val="3600"/>
              <a:buNone/>
              <a:defRPr sz="5760">
                <a:solidFill>
                  <a:schemeClr val="lt1"/>
                </a:solidFill>
              </a:defRPr>
            </a:lvl6pPr>
            <a:lvl7pPr lvl="6" algn="l">
              <a:lnSpc>
                <a:spcPct val="100000"/>
              </a:lnSpc>
              <a:spcBef>
                <a:spcPts val="0"/>
              </a:spcBef>
              <a:spcAft>
                <a:spcPts val="0"/>
              </a:spcAft>
              <a:buClr>
                <a:schemeClr val="lt1"/>
              </a:buClr>
              <a:buSzPts val="3600"/>
              <a:buNone/>
              <a:defRPr sz="5760">
                <a:solidFill>
                  <a:schemeClr val="lt1"/>
                </a:solidFill>
              </a:defRPr>
            </a:lvl7pPr>
            <a:lvl8pPr lvl="7" algn="l">
              <a:lnSpc>
                <a:spcPct val="100000"/>
              </a:lnSpc>
              <a:spcBef>
                <a:spcPts val="0"/>
              </a:spcBef>
              <a:spcAft>
                <a:spcPts val="0"/>
              </a:spcAft>
              <a:buClr>
                <a:schemeClr val="lt1"/>
              </a:buClr>
              <a:buSzPts val="3600"/>
              <a:buNone/>
              <a:defRPr sz="5760">
                <a:solidFill>
                  <a:schemeClr val="lt1"/>
                </a:solidFill>
              </a:defRPr>
            </a:lvl8pPr>
            <a:lvl9pPr lvl="8" algn="l">
              <a:lnSpc>
                <a:spcPct val="100000"/>
              </a:lnSpc>
              <a:spcBef>
                <a:spcPts val="0"/>
              </a:spcBef>
              <a:spcAft>
                <a:spcPts val="0"/>
              </a:spcAft>
              <a:buClr>
                <a:schemeClr val="lt1"/>
              </a:buClr>
              <a:buSzPts val="3600"/>
              <a:buNone/>
              <a:defRPr sz="5760">
                <a:solidFill>
                  <a:schemeClr val="lt1"/>
                </a:solidFill>
              </a:defRPr>
            </a:lvl9pPr>
          </a:lstStyle>
          <a:p>
            <a:endParaRPr/>
          </a:p>
        </p:txBody>
      </p:sp>
      <p:sp>
        <p:nvSpPr>
          <p:cNvPr id="67" name="Google Shape;67;p37"/>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7315200" cy="8229600"/>
          </a:xfrm>
          <a:prstGeom prst="rect">
            <a:avLst/>
          </a:prstGeom>
          <a:solidFill>
            <a:schemeClr val="lt2"/>
          </a:solidFill>
          <a:ln>
            <a:noFill/>
          </a:ln>
        </p:spPr>
        <p:txBody>
          <a:bodyPr spcFirstLastPara="1" wrap="square" lIns="146280" tIns="146280" rIns="146280" bIns="14628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1328628" y="1906009"/>
            <a:ext cx="1193221" cy="73322"/>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1168000" y="2109840"/>
            <a:ext cx="5281440" cy="269952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4160"/>
            </a:lvl1pPr>
            <a:lvl2pPr lvl="1" algn="l">
              <a:lnSpc>
                <a:spcPct val="100000"/>
              </a:lnSpc>
              <a:spcBef>
                <a:spcPts val="0"/>
              </a:spcBef>
              <a:spcAft>
                <a:spcPts val="0"/>
              </a:spcAft>
              <a:buSzPts val="2600"/>
              <a:buNone/>
              <a:defRPr sz="4160"/>
            </a:lvl2pPr>
            <a:lvl3pPr lvl="2" algn="l">
              <a:lnSpc>
                <a:spcPct val="100000"/>
              </a:lnSpc>
              <a:spcBef>
                <a:spcPts val="0"/>
              </a:spcBef>
              <a:spcAft>
                <a:spcPts val="0"/>
              </a:spcAft>
              <a:buSzPts val="2600"/>
              <a:buNone/>
              <a:defRPr sz="4160"/>
            </a:lvl3pPr>
            <a:lvl4pPr lvl="3" algn="l">
              <a:lnSpc>
                <a:spcPct val="100000"/>
              </a:lnSpc>
              <a:spcBef>
                <a:spcPts val="0"/>
              </a:spcBef>
              <a:spcAft>
                <a:spcPts val="0"/>
              </a:spcAft>
              <a:buSzPts val="2600"/>
              <a:buNone/>
              <a:defRPr sz="4160"/>
            </a:lvl4pPr>
            <a:lvl5pPr lvl="4" algn="l">
              <a:lnSpc>
                <a:spcPct val="100000"/>
              </a:lnSpc>
              <a:spcBef>
                <a:spcPts val="0"/>
              </a:spcBef>
              <a:spcAft>
                <a:spcPts val="0"/>
              </a:spcAft>
              <a:buSzPts val="2600"/>
              <a:buNone/>
              <a:defRPr sz="4160"/>
            </a:lvl5pPr>
            <a:lvl6pPr lvl="5" algn="l">
              <a:lnSpc>
                <a:spcPct val="100000"/>
              </a:lnSpc>
              <a:spcBef>
                <a:spcPts val="0"/>
              </a:spcBef>
              <a:spcAft>
                <a:spcPts val="0"/>
              </a:spcAft>
              <a:buSzPts val="2600"/>
              <a:buNone/>
              <a:defRPr sz="4160"/>
            </a:lvl6pPr>
            <a:lvl7pPr lvl="6" algn="l">
              <a:lnSpc>
                <a:spcPct val="100000"/>
              </a:lnSpc>
              <a:spcBef>
                <a:spcPts val="0"/>
              </a:spcBef>
              <a:spcAft>
                <a:spcPts val="0"/>
              </a:spcAft>
              <a:buSzPts val="2600"/>
              <a:buNone/>
              <a:defRPr sz="4160"/>
            </a:lvl7pPr>
            <a:lvl8pPr lvl="7" algn="l">
              <a:lnSpc>
                <a:spcPct val="100000"/>
              </a:lnSpc>
              <a:spcBef>
                <a:spcPts val="0"/>
              </a:spcBef>
              <a:spcAft>
                <a:spcPts val="0"/>
              </a:spcAft>
              <a:buSzPts val="2600"/>
              <a:buNone/>
              <a:defRPr sz="4160"/>
            </a:lvl8pPr>
            <a:lvl9pPr lvl="8" algn="l">
              <a:lnSpc>
                <a:spcPct val="100000"/>
              </a:lnSpc>
              <a:spcBef>
                <a:spcPts val="0"/>
              </a:spcBef>
              <a:spcAft>
                <a:spcPts val="0"/>
              </a:spcAft>
              <a:buSzPts val="2600"/>
              <a:buNone/>
              <a:defRPr sz="4160"/>
            </a:lvl9pPr>
          </a:lstStyle>
          <a:p>
            <a:endParaRPr/>
          </a:p>
        </p:txBody>
      </p:sp>
      <p:sp>
        <p:nvSpPr>
          <p:cNvPr id="74" name="Google Shape;74;p38"/>
          <p:cNvSpPr txBox="1">
            <a:spLocks noGrp="1"/>
          </p:cNvSpPr>
          <p:nvPr>
            <p:ph type="subTitle" idx="1"/>
          </p:nvPr>
        </p:nvSpPr>
        <p:spPr>
          <a:xfrm>
            <a:off x="1159920" y="5058440"/>
            <a:ext cx="5281440" cy="1214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2560"/>
            </a:lvl1pPr>
            <a:lvl2pPr lvl="1" algn="l">
              <a:lnSpc>
                <a:spcPct val="100000"/>
              </a:lnSpc>
              <a:spcBef>
                <a:spcPts val="0"/>
              </a:spcBef>
              <a:spcAft>
                <a:spcPts val="0"/>
              </a:spcAft>
              <a:buSzPts val="1600"/>
              <a:buNone/>
              <a:defRPr sz="2560"/>
            </a:lvl2pPr>
            <a:lvl3pPr lvl="2" algn="l">
              <a:lnSpc>
                <a:spcPct val="100000"/>
              </a:lnSpc>
              <a:spcBef>
                <a:spcPts val="0"/>
              </a:spcBef>
              <a:spcAft>
                <a:spcPts val="0"/>
              </a:spcAft>
              <a:buSzPts val="1600"/>
              <a:buNone/>
              <a:defRPr sz="2560"/>
            </a:lvl3pPr>
            <a:lvl4pPr lvl="3" algn="l">
              <a:lnSpc>
                <a:spcPct val="100000"/>
              </a:lnSpc>
              <a:spcBef>
                <a:spcPts val="0"/>
              </a:spcBef>
              <a:spcAft>
                <a:spcPts val="0"/>
              </a:spcAft>
              <a:buSzPts val="1600"/>
              <a:buNone/>
              <a:defRPr sz="2560"/>
            </a:lvl4pPr>
            <a:lvl5pPr lvl="4" algn="l">
              <a:lnSpc>
                <a:spcPct val="100000"/>
              </a:lnSpc>
              <a:spcBef>
                <a:spcPts val="0"/>
              </a:spcBef>
              <a:spcAft>
                <a:spcPts val="0"/>
              </a:spcAft>
              <a:buSzPts val="1600"/>
              <a:buNone/>
              <a:defRPr sz="2560"/>
            </a:lvl5pPr>
            <a:lvl6pPr lvl="5" algn="l">
              <a:lnSpc>
                <a:spcPct val="100000"/>
              </a:lnSpc>
              <a:spcBef>
                <a:spcPts val="0"/>
              </a:spcBef>
              <a:spcAft>
                <a:spcPts val="0"/>
              </a:spcAft>
              <a:buSzPts val="1600"/>
              <a:buNone/>
              <a:defRPr sz="2560"/>
            </a:lvl6pPr>
            <a:lvl7pPr lvl="6" algn="l">
              <a:lnSpc>
                <a:spcPct val="100000"/>
              </a:lnSpc>
              <a:spcBef>
                <a:spcPts val="0"/>
              </a:spcBef>
              <a:spcAft>
                <a:spcPts val="0"/>
              </a:spcAft>
              <a:buSzPts val="1600"/>
              <a:buNone/>
              <a:defRPr sz="2560"/>
            </a:lvl7pPr>
            <a:lvl8pPr lvl="7" algn="l">
              <a:lnSpc>
                <a:spcPct val="100000"/>
              </a:lnSpc>
              <a:spcBef>
                <a:spcPts val="0"/>
              </a:spcBef>
              <a:spcAft>
                <a:spcPts val="0"/>
              </a:spcAft>
              <a:buSzPts val="1600"/>
              <a:buNone/>
              <a:defRPr sz="2560"/>
            </a:lvl8pPr>
            <a:lvl9pPr lvl="8" algn="l">
              <a:lnSpc>
                <a:spcPct val="100000"/>
              </a:lnSpc>
              <a:spcBef>
                <a:spcPts val="0"/>
              </a:spcBef>
              <a:spcAft>
                <a:spcPts val="0"/>
              </a:spcAft>
              <a:buSzPts val="1600"/>
              <a:buNone/>
              <a:defRPr sz="2560"/>
            </a:lvl9pPr>
          </a:lstStyle>
          <a:p>
            <a:endParaRPr/>
          </a:p>
        </p:txBody>
      </p:sp>
      <p:sp>
        <p:nvSpPr>
          <p:cNvPr id="75" name="Google Shape;75;p38"/>
          <p:cNvSpPr txBox="1">
            <a:spLocks noGrp="1"/>
          </p:cNvSpPr>
          <p:nvPr>
            <p:ph type="body" idx="2"/>
          </p:nvPr>
        </p:nvSpPr>
        <p:spPr>
          <a:xfrm>
            <a:off x="8278760" y="2164200"/>
            <a:ext cx="5399040" cy="4840800"/>
          </a:xfrm>
          <a:prstGeom prst="rect">
            <a:avLst/>
          </a:prstGeom>
          <a:noFill/>
          <a:ln>
            <a:noFill/>
          </a:ln>
        </p:spPr>
        <p:txBody>
          <a:bodyPr spcFirstLastPara="1" wrap="square" lIns="91425" tIns="91425" rIns="91425" bIns="91425" anchor="t" anchorCtr="0">
            <a:normAutofit/>
          </a:bodyPr>
          <a:lstStyle>
            <a:lvl1pPr marL="731520" lvl="0" indent="-497840" algn="l">
              <a:lnSpc>
                <a:spcPct val="115000"/>
              </a:lnSpc>
              <a:spcBef>
                <a:spcPts val="0"/>
              </a:spcBef>
              <a:spcAft>
                <a:spcPts val="0"/>
              </a:spcAft>
              <a:buSzPts val="1300"/>
              <a:buChar char="●"/>
              <a:defRPr/>
            </a:lvl1pPr>
            <a:lvl2pPr marL="1463040" lvl="1" indent="-477520" algn="l">
              <a:lnSpc>
                <a:spcPct val="115000"/>
              </a:lnSpc>
              <a:spcBef>
                <a:spcPts val="0"/>
              </a:spcBef>
              <a:spcAft>
                <a:spcPts val="0"/>
              </a:spcAft>
              <a:buSzPts val="1100"/>
              <a:buChar char="○"/>
              <a:defRPr/>
            </a:lvl2pPr>
            <a:lvl3pPr marL="2194560" lvl="2" indent="-477520" algn="l">
              <a:lnSpc>
                <a:spcPct val="115000"/>
              </a:lnSpc>
              <a:spcBef>
                <a:spcPts val="0"/>
              </a:spcBef>
              <a:spcAft>
                <a:spcPts val="0"/>
              </a:spcAft>
              <a:buSzPts val="1100"/>
              <a:buChar char="■"/>
              <a:defRPr/>
            </a:lvl3pPr>
            <a:lvl4pPr marL="2926080" lvl="3" indent="-477520" algn="l">
              <a:lnSpc>
                <a:spcPct val="115000"/>
              </a:lnSpc>
              <a:spcBef>
                <a:spcPts val="0"/>
              </a:spcBef>
              <a:spcAft>
                <a:spcPts val="0"/>
              </a:spcAft>
              <a:buSzPts val="1100"/>
              <a:buChar char="●"/>
              <a:defRPr/>
            </a:lvl4pPr>
            <a:lvl5pPr marL="3657600" lvl="4" indent="-477520" algn="l">
              <a:lnSpc>
                <a:spcPct val="115000"/>
              </a:lnSpc>
              <a:spcBef>
                <a:spcPts val="0"/>
              </a:spcBef>
              <a:spcAft>
                <a:spcPts val="0"/>
              </a:spcAft>
              <a:buSzPts val="1100"/>
              <a:buChar char="○"/>
              <a:defRPr/>
            </a:lvl5pPr>
            <a:lvl6pPr marL="4389120" lvl="5" indent="-477520" algn="l">
              <a:lnSpc>
                <a:spcPct val="115000"/>
              </a:lnSpc>
              <a:spcBef>
                <a:spcPts val="0"/>
              </a:spcBef>
              <a:spcAft>
                <a:spcPts val="0"/>
              </a:spcAft>
              <a:buSzPts val="1100"/>
              <a:buChar char="■"/>
              <a:defRPr/>
            </a:lvl6pPr>
            <a:lvl7pPr marL="5120640" lvl="6" indent="-477520" algn="l">
              <a:lnSpc>
                <a:spcPct val="115000"/>
              </a:lnSpc>
              <a:spcBef>
                <a:spcPts val="0"/>
              </a:spcBef>
              <a:spcAft>
                <a:spcPts val="0"/>
              </a:spcAft>
              <a:buSzPts val="1100"/>
              <a:buChar char="●"/>
              <a:defRPr/>
            </a:lvl7pPr>
            <a:lvl8pPr marL="5852160" lvl="7" indent="-477520" algn="l">
              <a:lnSpc>
                <a:spcPct val="115000"/>
              </a:lnSpc>
              <a:spcBef>
                <a:spcPts val="0"/>
              </a:spcBef>
              <a:spcAft>
                <a:spcPts val="0"/>
              </a:spcAft>
              <a:buSzPts val="1100"/>
              <a:buChar char="○"/>
              <a:defRPr/>
            </a:lvl8pPr>
            <a:lvl9pPr marL="6583680" lvl="8" indent="-47752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1159920" y="6996082"/>
            <a:ext cx="12315840" cy="736800"/>
          </a:xfrm>
          <a:prstGeom prst="rect">
            <a:avLst/>
          </a:prstGeom>
          <a:noFill/>
          <a:ln>
            <a:noFill/>
          </a:ln>
        </p:spPr>
        <p:txBody>
          <a:bodyPr spcFirstLastPara="1" wrap="square" lIns="91425" tIns="91425" rIns="91425" bIns="91425" anchor="ctr" anchorCtr="0">
            <a:normAutofit/>
          </a:bodyPr>
          <a:lstStyle>
            <a:lvl1pPr marL="731520" lvl="0" indent="-36576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0"/>
        <p:cNvGrpSpPr/>
        <p:nvPr/>
      </p:nvGrpSpPr>
      <p:grpSpPr>
        <a:xfrm>
          <a:off x="0" y="0"/>
          <a:ext cx="0" cy="0"/>
          <a:chOff x="0" y="0"/>
          <a:chExt cx="0" cy="0"/>
        </a:xfrm>
      </p:grpSpPr>
      <p:grpSp>
        <p:nvGrpSpPr>
          <p:cNvPr id="81" name="Google Shape;81;p40"/>
          <p:cNvGrpSpPr/>
          <p:nvPr/>
        </p:nvGrpSpPr>
        <p:grpSpPr>
          <a:xfrm>
            <a:off x="1328628" y="6670608"/>
            <a:ext cx="1193221" cy="73322"/>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1167120" y="1174320"/>
            <a:ext cx="12301440" cy="199152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12800">
                <a:solidFill>
                  <a:schemeClr val="lt1"/>
                </a:solidFill>
              </a:defRPr>
            </a:lvl1pPr>
            <a:lvl2pPr lvl="1" algn="l">
              <a:lnSpc>
                <a:spcPct val="100000"/>
              </a:lnSpc>
              <a:spcBef>
                <a:spcPts val="0"/>
              </a:spcBef>
              <a:spcAft>
                <a:spcPts val="0"/>
              </a:spcAft>
              <a:buClr>
                <a:schemeClr val="lt1"/>
              </a:buClr>
              <a:buSzPts val="8000"/>
              <a:buNone/>
              <a:defRPr sz="12800">
                <a:solidFill>
                  <a:schemeClr val="lt1"/>
                </a:solidFill>
              </a:defRPr>
            </a:lvl2pPr>
            <a:lvl3pPr lvl="2" algn="l">
              <a:lnSpc>
                <a:spcPct val="100000"/>
              </a:lnSpc>
              <a:spcBef>
                <a:spcPts val="0"/>
              </a:spcBef>
              <a:spcAft>
                <a:spcPts val="0"/>
              </a:spcAft>
              <a:buClr>
                <a:schemeClr val="lt1"/>
              </a:buClr>
              <a:buSzPts val="8000"/>
              <a:buNone/>
              <a:defRPr sz="12800">
                <a:solidFill>
                  <a:schemeClr val="lt1"/>
                </a:solidFill>
              </a:defRPr>
            </a:lvl3pPr>
            <a:lvl4pPr lvl="3" algn="l">
              <a:lnSpc>
                <a:spcPct val="100000"/>
              </a:lnSpc>
              <a:spcBef>
                <a:spcPts val="0"/>
              </a:spcBef>
              <a:spcAft>
                <a:spcPts val="0"/>
              </a:spcAft>
              <a:buClr>
                <a:schemeClr val="lt1"/>
              </a:buClr>
              <a:buSzPts val="8000"/>
              <a:buNone/>
              <a:defRPr sz="12800">
                <a:solidFill>
                  <a:schemeClr val="lt1"/>
                </a:solidFill>
              </a:defRPr>
            </a:lvl4pPr>
            <a:lvl5pPr lvl="4" algn="l">
              <a:lnSpc>
                <a:spcPct val="100000"/>
              </a:lnSpc>
              <a:spcBef>
                <a:spcPts val="0"/>
              </a:spcBef>
              <a:spcAft>
                <a:spcPts val="0"/>
              </a:spcAft>
              <a:buClr>
                <a:schemeClr val="lt1"/>
              </a:buClr>
              <a:buSzPts val="8000"/>
              <a:buNone/>
              <a:defRPr sz="12800">
                <a:solidFill>
                  <a:schemeClr val="lt1"/>
                </a:solidFill>
              </a:defRPr>
            </a:lvl5pPr>
            <a:lvl6pPr lvl="5" algn="l">
              <a:lnSpc>
                <a:spcPct val="100000"/>
              </a:lnSpc>
              <a:spcBef>
                <a:spcPts val="0"/>
              </a:spcBef>
              <a:spcAft>
                <a:spcPts val="0"/>
              </a:spcAft>
              <a:buClr>
                <a:schemeClr val="lt1"/>
              </a:buClr>
              <a:buSzPts val="8000"/>
              <a:buNone/>
              <a:defRPr sz="12800">
                <a:solidFill>
                  <a:schemeClr val="lt1"/>
                </a:solidFill>
              </a:defRPr>
            </a:lvl6pPr>
            <a:lvl7pPr lvl="6" algn="l">
              <a:lnSpc>
                <a:spcPct val="100000"/>
              </a:lnSpc>
              <a:spcBef>
                <a:spcPts val="0"/>
              </a:spcBef>
              <a:spcAft>
                <a:spcPts val="0"/>
              </a:spcAft>
              <a:buClr>
                <a:schemeClr val="lt1"/>
              </a:buClr>
              <a:buSzPts val="8000"/>
              <a:buNone/>
              <a:defRPr sz="12800">
                <a:solidFill>
                  <a:schemeClr val="lt1"/>
                </a:solidFill>
              </a:defRPr>
            </a:lvl7pPr>
            <a:lvl8pPr lvl="7" algn="l">
              <a:lnSpc>
                <a:spcPct val="100000"/>
              </a:lnSpc>
              <a:spcBef>
                <a:spcPts val="0"/>
              </a:spcBef>
              <a:spcAft>
                <a:spcPts val="0"/>
              </a:spcAft>
              <a:buClr>
                <a:schemeClr val="lt1"/>
              </a:buClr>
              <a:buSzPts val="8000"/>
              <a:buNone/>
              <a:defRPr sz="12800">
                <a:solidFill>
                  <a:schemeClr val="lt1"/>
                </a:solidFill>
              </a:defRPr>
            </a:lvl8pPr>
            <a:lvl9pPr lvl="8" algn="l">
              <a:lnSpc>
                <a:spcPct val="100000"/>
              </a:lnSpc>
              <a:spcBef>
                <a:spcPts val="0"/>
              </a:spcBef>
              <a:spcAft>
                <a:spcPts val="0"/>
              </a:spcAft>
              <a:buClr>
                <a:schemeClr val="lt1"/>
              </a:buClr>
              <a:buSzPts val="8000"/>
              <a:buNone/>
              <a:defRPr sz="12800">
                <a:solidFill>
                  <a:schemeClr val="lt1"/>
                </a:solidFill>
              </a:defRPr>
            </a:lvl9pPr>
          </a:lstStyle>
          <a:p>
            <a:r>
              <a:t>xx%</a:t>
            </a:r>
          </a:p>
        </p:txBody>
      </p:sp>
      <p:sp>
        <p:nvSpPr>
          <p:cNvPr id="85" name="Google Shape;85;p40"/>
          <p:cNvSpPr txBox="1">
            <a:spLocks noGrp="1"/>
          </p:cNvSpPr>
          <p:nvPr>
            <p:ph type="body" idx="1"/>
          </p:nvPr>
        </p:nvSpPr>
        <p:spPr>
          <a:xfrm>
            <a:off x="1167120" y="3636621"/>
            <a:ext cx="12301440" cy="2528640"/>
          </a:xfrm>
          <a:prstGeom prst="rect">
            <a:avLst/>
          </a:prstGeom>
          <a:noFill/>
          <a:ln>
            <a:noFill/>
          </a:ln>
        </p:spPr>
        <p:txBody>
          <a:bodyPr spcFirstLastPara="1" wrap="square" lIns="91425" tIns="91425" rIns="91425" bIns="91425" anchor="t" anchorCtr="0">
            <a:normAutofit/>
          </a:bodyPr>
          <a:lstStyle>
            <a:lvl1pPr marL="731520" lvl="0" indent="-497840" algn="l">
              <a:lnSpc>
                <a:spcPct val="115000"/>
              </a:lnSpc>
              <a:spcBef>
                <a:spcPts val="0"/>
              </a:spcBef>
              <a:spcAft>
                <a:spcPts val="0"/>
              </a:spcAft>
              <a:buClr>
                <a:schemeClr val="lt1"/>
              </a:buClr>
              <a:buSzPts val="1300"/>
              <a:buChar char="●"/>
              <a:defRPr>
                <a:solidFill>
                  <a:schemeClr val="lt1"/>
                </a:solidFill>
              </a:defRPr>
            </a:lvl1pPr>
            <a:lvl2pPr marL="1463040" lvl="1" indent="-477520" algn="l">
              <a:lnSpc>
                <a:spcPct val="115000"/>
              </a:lnSpc>
              <a:spcBef>
                <a:spcPts val="0"/>
              </a:spcBef>
              <a:spcAft>
                <a:spcPts val="0"/>
              </a:spcAft>
              <a:buClr>
                <a:schemeClr val="lt1"/>
              </a:buClr>
              <a:buSzPts val="1100"/>
              <a:buChar char="○"/>
              <a:defRPr>
                <a:solidFill>
                  <a:schemeClr val="lt1"/>
                </a:solidFill>
              </a:defRPr>
            </a:lvl2pPr>
            <a:lvl3pPr marL="2194560" lvl="2" indent="-477520" algn="l">
              <a:lnSpc>
                <a:spcPct val="115000"/>
              </a:lnSpc>
              <a:spcBef>
                <a:spcPts val="0"/>
              </a:spcBef>
              <a:spcAft>
                <a:spcPts val="0"/>
              </a:spcAft>
              <a:buClr>
                <a:schemeClr val="lt1"/>
              </a:buClr>
              <a:buSzPts val="1100"/>
              <a:buChar char="■"/>
              <a:defRPr>
                <a:solidFill>
                  <a:schemeClr val="lt1"/>
                </a:solidFill>
              </a:defRPr>
            </a:lvl3pPr>
            <a:lvl4pPr marL="2926080" lvl="3" indent="-477520" algn="l">
              <a:lnSpc>
                <a:spcPct val="115000"/>
              </a:lnSpc>
              <a:spcBef>
                <a:spcPts val="0"/>
              </a:spcBef>
              <a:spcAft>
                <a:spcPts val="0"/>
              </a:spcAft>
              <a:buClr>
                <a:schemeClr val="lt1"/>
              </a:buClr>
              <a:buSzPts val="1100"/>
              <a:buChar char="●"/>
              <a:defRPr>
                <a:solidFill>
                  <a:schemeClr val="lt1"/>
                </a:solidFill>
              </a:defRPr>
            </a:lvl4pPr>
            <a:lvl5pPr marL="3657600" lvl="4" indent="-477520" algn="l">
              <a:lnSpc>
                <a:spcPct val="115000"/>
              </a:lnSpc>
              <a:spcBef>
                <a:spcPts val="0"/>
              </a:spcBef>
              <a:spcAft>
                <a:spcPts val="0"/>
              </a:spcAft>
              <a:buClr>
                <a:schemeClr val="lt1"/>
              </a:buClr>
              <a:buSzPts val="1100"/>
              <a:buChar char="○"/>
              <a:defRPr>
                <a:solidFill>
                  <a:schemeClr val="lt1"/>
                </a:solidFill>
              </a:defRPr>
            </a:lvl5pPr>
            <a:lvl6pPr marL="4389120" lvl="5" indent="-477520" algn="l">
              <a:lnSpc>
                <a:spcPct val="115000"/>
              </a:lnSpc>
              <a:spcBef>
                <a:spcPts val="0"/>
              </a:spcBef>
              <a:spcAft>
                <a:spcPts val="0"/>
              </a:spcAft>
              <a:buClr>
                <a:schemeClr val="lt1"/>
              </a:buClr>
              <a:buSzPts val="1100"/>
              <a:buChar char="■"/>
              <a:defRPr>
                <a:solidFill>
                  <a:schemeClr val="lt1"/>
                </a:solidFill>
              </a:defRPr>
            </a:lvl6pPr>
            <a:lvl7pPr marL="5120640" lvl="6" indent="-477520" algn="l">
              <a:lnSpc>
                <a:spcPct val="115000"/>
              </a:lnSpc>
              <a:spcBef>
                <a:spcPts val="0"/>
              </a:spcBef>
              <a:spcAft>
                <a:spcPts val="0"/>
              </a:spcAft>
              <a:buClr>
                <a:schemeClr val="lt1"/>
              </a:buClr>
              <a:buSzPts val="1100"/>
              <a:buChar char="●"/>
              <a:defRPr>
                <a:solidFill>
                  <a:schemeClr val="lt1"/>
                </a:solidFill>
              </a:defRPr>
            </a:lvl7pPr>
            <a:lvl8pPr marL="5852160" lvl="7" indent="-477520" algn="l">
              <a:lnSpc>
                <a:spcPct val="115000"/>
              </a:lnSpc>
              <a:spcBef>
                <a:spcPts val="0"/>
              </a:spcBef>
              <a:spcAft>
                <a:spcPts val="0"/>
              </a:spcAft>
              <a:buClr>
                <a:schemeClr val="lt1"/>
              </a:buClr>
              <a:buSzPts val="1100"/>
              <a:buChar char="○"/>
              <a:defRPr>
                <a:solidFill>
                  <a:schemeClr val="lt1"/>
                </a:solidFill>
              </a:defRPr>
            </a:lvl8pPr>
            <a:lvl9pPr marL="6583680" lvl="8" indent="-47752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498720" y="712040"/>
            <a:ext cx="13632960" cy="91632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498720" y="1843960"/>
            <a:ext cx="13632960" cy="546624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H46fmtebWA&amp;list=PLLy_2iUCG87Dj8UwNHjudl9thOQizp2Y3&amp;index=2" TargetMode="External"/><Relationship Id="rId7" Type="http://schemas.openxmlformats.org/officeDocument/2006/relationships/image" Target="../media/image36.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hyperlink" Target="https://www.coursera.org/programs/chandigarh-university-faculty-learning-program-2pip1/learn/research-methods?source=search"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106460" y="1948028"/>
            <a:ext cx="4452773" cy="445277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10515600" y="7810501"/>
            <a:ext cx="3291840" cy="438240"/>
          </a:xfrm>
          <a:prstGeom prst="rect">
            <a:avLst/>
          </a:prstGeom>
          <a:noFill/>
          <a:ln>
            <a:noFill/>
          </a:ln>
        </p:spPr>
        <p:txBody>
          <a:bodyPr spcFirstLastPara="1" wrap="square" lIns="146280" tIns="73120" rIns="146280" bIns="73120" anchor="ctr" anchorCtr="0">
            <a:noAutofit/>
          </a:bodyPr>
          <a:lstStyle/>
          <a:p>
            <a:pPr>
              <a:buSzPts val="1800"/>
            </a:pPr>
            <a:endParaRPr sz="2880">
              <a:solidFill>
                <a:schemeClr val="dk1"/>
              </a:solidFill>
            </a:endParaRPr>
          </a:p>
        </p:txBody>
      </p:sp>
      <p:sp>
        <p:nvSpPr>
          <p:cNvPr id="94" name="Google Shape;94;p1"/>
          <p:cNvSpPr/>
          <p:nvPr/>
        </p:nvSpPr>
        <p:spPr>
          <a:xfrm rot="10800000" flipH="1">
            <a:off x="12474621" y="6860101"/>
            <a:ext cx="1549440" cy="1388640"/>
          </a:xfrm>
          <a:prstGeom prst="rtTriangle">
            <a:avLst/>
          </a:prstGeom>
          <a:solidFill>
            <a:srgbClr val="F2F2F2">
              <a:alpha val="16078"/>
            </a:srgbClr>
          </a:solidFill>
          <a:ln>
            <a:noFill/>
          </a:ln>
        </p:spPr>
        <p:txBody>
          <a:bodyPr spcFirstLastPara="1" wrap="square" lIns="146280" tIns="73120" rIns="146280" bIns="73120" anchor="ctr" anchorCtr="0">
            <a:noAutofit/>
          </a:bodyPr>
          <a:lstStyle/>
          <a:p>
            <a:pPr>
              <a:buSzPts val="1800"/>
            </a:pPr>
            <a:endParaRPr sz="2880">
              <a:solidFill>
                <a:schemeClr val="dk1"/>
              </a:solidFill>
            </a:endParaRPr>
          </a:p>
        </p:txBody>
      </p:sp>
      <p:sp>
        <p:nvSpPr>
          <p:cNvPr id="96" name="Google Shape;96;p1"/>
          <p:cNvSpPr/>
          <p:nvPr/>
        </p:nvSpPr>
        <p:spPr>
          <a:xfrm flipH="1">
            <a:off x="8455678" y="-78104"/>
            <a:ext cx="6174720" cy="7023840"/>
          </a:xfrm>
          <a:prstGeom prst="rtTriangle">
            <a:avLst/>
          </a:prstGeom>
          <a:solidFill>
            <a:srgbClr val="F2F2F2">
              <a:alpha val="16078"/>
            </a:srgbClr>
          </a:solidFill>
          <a:ln>
            <a:noFill/>
          </a:ln>
        </p:spPr>
        <p:txBody>
          <a:bodyPr spcFirstLastPara="1" wrap="square" lIns="146280" tIns="73120" rIns="146280" bIns="73120" anchor="ctr" anchorCtr="0">
            <a:noAutofit/>
          </a:bodyPr>
          <a:lstStyle/>
          <a:p>
            <a:pPr>
              <a:buSzPts val="1800"/>
            </a:pPr>
            <a:endParaRPr sz="2880">
              <a:solidFill>
                <a:schemeClr val="dk1"/>
              </a:solidFill>
            </a:endParaRPr>
          </a:p>
        </p:txBody>
      </p:sp>
      <p:sp>
        <p:nvSpPr>
          <p:cNvPr id="97" name="Google Shape;97;p1"/>
          <p:cNvSpPr/>
          <p:nvPr/>
        </p:nvSpPr>
        <p:spPr>
          <a:xfrm>
            <a:off x="2548890" y="2430632"/>
            <a:ext cx="8195520" cy="189696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146280" tIns="73120" rIns="146280" bIns="73120" anchor="ctr" anchorCtr="0">
            <a:noAutofit/>
          </a:bodyPr>
          <a:lstStyle/>
          <a:p>
            <a:pPr algn="ctr">
              <a:buClr>
                <a:schemeClr val="lt1"/>
              </a:buClr>
              <a:buSzPts val="1800"/>
            </a:pPr>
            <a:endParaRPr sz="2880">
              <a:solidFill>
                <a:schemeClr val="lt1"/>
              </a:solidFill>
              <a:latin typeface="Calibri"/>
              <a:ea typeface="Calibri"/>
              <a:cs typeface="Calibri"/>
              <a:sym typeface="Calibri"/>
            </a:endParaRPr>
          </a:p>
        </p:txBody>
      </p:sp>
      <p:sp>
        <p:nvSpPr>
          <p:cNvPr id="98" name="Google Shape;98;p1"/>
          <p:cNvSpPr/>
          <p:nvPr/>
        </p:nvSpPr>
        <p:spPr>
          <a:xfrm flipH="1">
            <a:off x="11776800" y="6286800"/>
            <a:ext cx="2839680" cy="1920480"/>
          </a:xfrm>
          <a:prstGeom prst="rtTriangle">
            <a:avLst/>
          </a:prstGeom>
          <a:solidFill>
            <a:srgbClr val="C00000"/>
          </a:solidFill>
          <a:ln>
            <a:noFill/>
          </a:ln>
        </p:spPr>
        <p:txBody>
          <a:bodyPr spcFirstLastPara="1" wrap="square" lIns="146280" tIns="73120" rIns="146280" bIns="73120" anchor="ctr" anchorCtr="0">
            <a:noAutofit/>
          </a:bodyPr>
          <a:lstStyle/>
          <a:p>
            <a:pPr>
              <a:buSzPts val="1800"/>
            </a:pPr>
            <a:endParaRPr sz="2880">
              <a:solidFill>
                <a:schemeClr val="dk1"/>
              </a:solidFill>
            </a:endParaRPr>
          </a:p>
        </p:txBody>
      </p:sp>
      <p:sp>
        <p:nvSpPr>
          <p:cNvPr id="102" name="Google Shape;102;p1"/>
          <p:cNvSpPr txBox="1"/>
          <p:nvPr/>
        </p:nvSpPr>
        <p:spPr>
          <a:xfrm>
            <a:off x="1235034" y="1522534"/>
            <a:ext cx="13141440" cy="6570901"/>
          </a:xfrm>
          <a:prstGeom prst="rect">
            <a:avLst/>
          </a:prstGeom>
          <a:noFill/>
          <a:ln>
            <a:noFill/>
          </a:ln>
        </p:spPr>
        <p:txBody>
          <a:bodyPr spcFirstLastPara="1" wrap="square" lIns="146280" tIns="73120" rIns="146280" bIns="73120" anchor="t" anchorCtr="0">
            <a:spAutoFit/>
          </a:bodyPr>
          <a:lstStyle/>
          <a:p>
            <a:pPr algn="ctr">
              <a:lnSpc>
                <a:spcPct val="90000"/>
              </a:lnSpc>
              <a:buClr>
                <a:schemeClr val="dk1"/>
              </a:buClr>
              <a:buSzPts val="3200"/>
            </a:pPr>
            <a:r>
              <a:rPr lang="en-US" sz="512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sz="168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1792"/>
              </a:spcBef>
              <a:buClr>
                <a:schemeClr val="dk1"/>
              </a:buClr>
              <a:buSzPts val="3200"/>
            </a:pPr>
            <a:r>
              <a:rPr lang="en-US" sz="512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CSE 4</a:t>
            </a:r>
            <a:r>
              <a:rPr lang="en-US" sz="5120" b="1"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TH</a:t>
            </a:r>
            <a:r>
              <a:rPr lang="en-US" sz="512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 YEAR</a:t>
            </a:r>
            <a:endParaRPr sz="168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1792"/>
              </a:spcBef>
              <a:buClr>
                <a:schemeClr val="dk1"/>
              </a:buClr>
              <a:buSzPts val="2800"/>
            </a:pPr>
            <a:r>
              <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CS201, CS202, CS703, CS704, IT201, IT202, BI519</a:t>
            </a:r>
            <a:endParaRPr sz="3584"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1792"/>
              </a:spcBef>
              <a:buClr>
                <a:schemeClr val="dk1"/>
              </a:buClr>
              <a:buSzPts val="2800"/>
            </a:pPr>
            <a:r>
              <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7</a:t>
            </a:r>
            <a:r>
              <a:rPr lang="en-US" sz="3200"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TH</a:t>
            </a:r>
            <a:r>
              <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 </a:t>
            </a:r>
            <a:endParaRPr sz="3584"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1568"/>
              </a:spcBef>
              <a:buClr>
                <a:schemeClr val="dk1"/>
              </a:buClr>
              <a:buSzPts val="2800"/>
            </a:pPr>
            <a:r>
              <a:rPr lang="en-US" sz="3840" b="1" dirty="0">
                <a:solidFill>
                  <a:schemeClr val="bg2"/>
                </a:solidFill>
                <a:latin typeface="Calibri" panose="020F0502020204030204" pitchFamily="34" charset="0"/>
                <a:ea typeface="Calibri" panose="020F0502020204030204" pitchFamily="34" charset="0"/>
                <a:cs typeface="Calibri" panose="020F0502020204030204" pitchFamily="34" charset="0"/>
              </a:rPr>
              <a:t>RESEARCH METHODOLOGY</a:t>
            </a:r>
            <a:endParaRPr sz="256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1568"/>
              </a:spcBef>
              <a:buClr>
                <a:schemeClr val="dk1"/>
              </a:buClr>
              <a:buSzPts val="2800"/>
            </a:pPr>
            <a:r>
              <a:rPr lang="en-US" sz="3840" dirty="0">
                <a:solidFill>
                  <a:schemeClr val="bg2"/>
                </a:solidFill>
                <a:latin typeface="Calibri" panose="020F0502020204030204" pitchFamily="34" charset="0"/>
                <a:ea typeface="Calibri" panose="020F0502020204030204" pitchFamily="34" charset="0"/>
                <a:cs typeface="Calibri" panose="020F0502020204030204" pitchFamily="34" charset="0"/>
              </a:rPr>
              <a:t>22CSH-401</a:t>
            </a:r>
          </a:p>
          <a:p>
            <a:pPr algn="ctr">
              <a:lnSpc>
                <a:spcPct val="90000"/>
              </a:lnSpc>
              <a:spcBef>
                <a:spcPts val="1568"/>
              </a:spcBef>
              <a:buClr>
                <a:schemeClr val="dk1"/>
              </a:buClr>
              <a:buSzPts val="2800"/>
            </a:pPr>
            <a:r>
              <a:rPr lang="en-US" sz="2880" b="1" dirty="0">
                <a:latin typeface="Calibri" panose="020F0502020204030204" pitchFamily="34" charset="0"/>
                <a:ea typeface="Calibri" panose="020F0502020204030204" pitchFamily="34" charset="0"/>
                <a:cs typeface="Calibri" panose="020F0502020204030204" pitchFamily="34" charset="0"/>
              </a:rPr>
              <a:t>UNIT NO. 1                     CHAPTER NO. 1                    LECTURE NO. 1</a:t>
            </a:r>
          </a:p>
          <a:p>
            <a:pPr>
              <a:spcBef>
                <a:spcPts val="1792"/>
              </a:spcBef>
              <a:buSzPts val="3200"/>
            </a:pPr>
            <a:r>
              <a:rPr lang="en-US" sz="2880" b="1" dirty="0">
                <a:latin typeface="Calibri" panose="020F0502020204030204" pitchFamily="34" charset="0"/>
                <a:ea typeface="Calibri" panose="020F0502020204030204" pitchFamily="34" charset="0"/>
                <a:cs typeface="Calibri" panose="020F0502020204030204" pitchFamily="34" charset="0"/>
              </a:rPr>
              <a:t>TOPIC : INTRODUCTION TO RESEARCH: DEFINITION, OBJECTIVES</a:t>
            </a:r>
          </a:p>
          <a:p>
            <a:pPr>
              <a:spcBef>
                <a:spcPts val="1792"/>
              </a:spcBef>
              <a:buSzPts val="3200"/>
            </a:pPr>
            <a:r>
              <a:rPr lang="en-US" sz="2880" b="1" dirty="0">
                <a:latin typeface="Calibri" panose="020F0502020204030204" pitchFamily="34" charset="0"/>
                <a:ea typeface="Calibri" panose="020F0502020204030204" pitchFamily="34" charset="0"/>
                <a:cs typeface="Calibri" panose="020F0502020204030204" pitchFamily="34" charset="0"/>
              </a:rPr>
              <a:t>SHIVAM SHARMA E16516                                                        ASSISTANT PROFESSOR</a:t>
            </a:r>
            <a:endParaRPr lang="en-US" sz="5120" b="1"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8455681" y="1"/>
            <a:ext cx="6174718" cy="929485"/>
          </a:xfrm>
          <a:prstGeom prst="rect">
            <a:avLst/>
          </a:prstGeom>
          <a:noFill/>
        </p:spPr>
        <p:txBody>
          <a:bodyPr wrap="square" rtlCol="0">
            <a:spAutoFit/>
          </a:bodyPr>
          <a:lstStyle/>
          <a:p>
            <a:pPr algn="r"/>
            <a:r>
              <a:rPr lang="en-IN" sz="288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2560" b="1" dirty="0">
                <a:latin typeface="Calibri" panose="020F0502020204030204" pitchFamily="34" charset="0"/>
                <a:ea typeface="Calibri" panose="020F0502020204030204" pitchFamily="34" charset="0"/>
                <a:cs typeface="Calibri" panose="020F0502020204030204" pitchFamily="34" charset="0"/>
              </a:rPr>
              <a:t>ODD Semester Jul-Dec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6E74961-9CB5-1C59-6B9E-21CAEC42DD9E}"/>
              </a:ext>
            </a:extLst>
          </p:cNvPr>
          <p:cNvSpPr/>
          <p:nvPr/>
        </p:nvSpPr>
        <p:spPr>
          <a:xfrm>
            <a:off x="3533503" y="574238"/>
            <a:ext cx="5482114" cy="685205"/>
          </a:xfrm>
          <a:prstGeom prst="rect">
            <a:avLst/>
          </a:prstGeom>
          <a:noFill/>
          <a:ln/>
        </p:spPr>
        <p:txBody>
          <a:bodyPr wrap="none" lIns="0" tIns="0" rIns="0" bIns="0" rtlCol="0" anchor="t"/>
          <a:lstStyle/>
          <a:p>
            <a:pPr marL="0" indent="0" algn="l">
              <a:lnSpc>
                <a:spcPts val="5350"/>
              </a:lnSpc>
              <a:buNone/>
            </a:pPr>
            <a:r>
              <a:rPr lang="en-US" sz="4300" dirty="0">
                <a:solidFill>
                  <a:srgbClr val="020202"/>
                </a:solidFill>
                <a:latin typeface="Calibri" panose="020F0502020204030204" pitchFamily="34" charset="0"/>
                <a:ea typeface="PT Serif" pitchFamily="34" charset="-122"/>
                <a:cs typeface="Calibri" panose="020F0502020204030204" pitchFamily="34" charset="0"/>
              </a:rPr>
              <a:t>Learning Objectives</a:t>
            </a:r>
            <a:endParaRPr lang="en-US" sz="4300" dirty="0">
              <a:latin typeface="Calibri" panose="020F0502020204030204" pitchFamily="34" charset="0"/>
              <a:cs typeface="Calibri" panose="020F0502020204030204" pitchFamily="34" charset="0"/>
            </a:endParaRPr>
          </a:p>
        </p:txBody>
      </p:sp>
      <p:sp>
        <p:nvSpPr>
          <p:cNvPr id="15" name="Text 2">
            <a:extLst>
              <a:ext uri="{FF2B5EF4-FFF2-40B4-BE49-F238E27FC236}">
                <a16:creationId xmlns:a16="http://schemas.microsoft.com/office/drawing/2014/main" id="{ECB92D3E-52EB-C33C-0B4D-314AB51E1194}"/>
              </a:ext>
            </a:extLst>
          </p:cNvPr>
          <p:cNvSpPr/>
          <p:nvPr/>
        </p:nvSpPr>
        <p:spPr>
          <a:xfrm>
            <a:off x="4212159" y="1644372"/>
            <a:ext cx="4255175" cy="342543"/>
          </a:xfrm>
          <a:prstGeom prst="rect">
            <a:avLst/>
          </a:prstGeom>
          <a:noFill/>
          <a:ln/>
        </p:spPr>
        <p:txBody>
          <a:bodyPr wrap="none" lIns="0" tIns="0" rIns="0" bIns="0" rtlCol="0" anchor="t"/>
          <a:lstStyle/>
          <a:p>
            <a:pPr marL="342900" indent="-342900" algn="l">
              <a:lnSpc>
                <a:spcPts val="2650"/>
              </a:lnSpc>
              <a:buFont typeface="Arial" panose="020B0604020202020204" pitchFamily="34" charset="0"/>
              <a:buChar char="•"/>
            </a:pPr>
            <a:r>
              <a:rPr lang="en-US" sz="2150" dirty="0">
                <a:solidFill>
                  <a:srgbClr val="383838"/>
                </a:solidFill>
                <a:latin typeface="Calibri" panose="020F0502020204030204" pitchFamily="34" charset="0"/>
                <a:ea typeface="PT Serif" pitchFamily="34" charset="-122"/>
                <a:cs typeface="Calibri" panose="020F0502020204030204" pitchFamily="34" charset="0"/>
              </a:rPr>
              <a:t>Understand Research Methodology</a:t>
            </a:r>
            <a:endParaRPr lang="en-US" sz="2150" dirty="0">
              <a:latin typeface="Calibri" panose="020F0502020204030204" pitchFamily="34" charset="0"/>
              <a:cs typeface="Calibri" panose="020F0502020204030204" pitchFamily="34" charset="0"/>
            </a:endParaRPr>
          </a:p>
        </p:txBody>
      </p:sp>
      <p:sp>
        <p:nvSpPr>
          <p:cNvPr id="16" name="Text 3">
            <a:extLst>
              <a:ext uri="{FF2B5EF4-FFF2-40B4-BE49-F238E27FC236}">
                <a16:creationId xmlns:a16="http://schemas.microsoft.com/office/drawing/2014/main" id="{5F3BF15A-AA3C-2DAB-BEFB-9DEEE5A4F89E}"/>
              </a:ext>
            </a:extLst>
          </p:cNvPr>
          <p:cNvSpPr/>
          <p:nvPr/>
        </p:nvSpPr>
        <p:spPr>
          <a:xfrm>
            <a:off x="4212159" y="2112169"/>
            <a:ext cx="7003494" cy="668179"/>
          </a:xfrm>
          <a:prstGeom prst="rect">
            <a:avLst/>
          </a:prstGeom>
          <a:noFill/>
          <a:ln/>
        </p:spPr>
        <p:txBody>
          <a:bodyPr wrap="square" lIns="0" tIns="0" rIns="0" bIns="0" rtlCol="0" anchor="t"/>
          <a:lstStyle/>
          <a:p>
            <a:pPr marL="0" indent="0" algn="l">
              <a:lnSpc>
                <a:spcPts val="2600"/>
              </a:lnSpc>
              <a:buNone/>
            </a:pPr>
            <a:r>
              <a:rPr lang="en-US" sz="1600" dirty="0">
                <a:solidFill>
                  <a:srgbClr val="383838"/>
                </a:solidFill>
                <a:latin typeface="Calibri" panose="020F0502020204030204" pitchFamily="34" charset="0"/>
                <a:ea typeface="DM Sans" pitchFamily="34" charset="-122"/>
                <a:cs typeface="Calibri" panose="020F0502020204030204" pitchFamily="34" charset="0"/>
              </a:rPr>
              <a:t>Comprehend the systematic and theoretical analysis of methods applied to fields of study</a:t>
            </a:r>
            <a:endParaRPr lang="en-US" sz="1600" dirty="0">
              <a:latin typeface="Calibri" panose="020F0502020204030204" pitchFamily="34" charset="0"/>
              <a:cs typeface="Calibri" panose="020F0502020204030204" pitchFamily="34" charset="0"/>
            </a:endParaRPr>
          </a:p>
        </p:txBody>
      </p:sp>
      <p:sp>
        <p:nvSpPr>
          <p:cNvPr id="18" name="Text 5">
            <a:extLst>
              <a:ext uri="{FF2B5EF4-FFF2-40B4-BE49-F238E27FC236}">
                <a16:creationId xmlns:a16="http://schemas.microsoft.com/office/drawing/2014/main" id="{DFF6D76E-920C-C43D-1660-8AC74E88C18F}"/>
              </a:ext>
            </a:extLst>
          </p:cNvPr>
          <p:cNvSpPr/>
          <p:nvPr/>
        </p:nvSpPr>
        <p:spPr>
          <a:xfrm>
            <a:off x="4212159" y="3269694"/>
            <a:ext cx="2741057" cy="342543"/>
          </a:xfrm>
          <a:prstGeom prst="rect">
            <a:avLst/>
          </a:prstGeom>
          <a:noFill/>
          <a:ln/>
        </p:spPr>
        <p:txBody>
          <a:bodyPr wrap="none" lIns="0" tIns="0" rIns="0" bIns="0" rtlCol="0" anchor="t"/>
          <a:lstStyle/>
          <a:p>
            <a:pPr marL="342900" indent="-342900" algn="l">
              <a:lnSpc>
                <a:spcPts val="2650"/>
              </a:lnSpc>
              <a:buFont typeface="Arial" panose="020B0604020202020204" pitchFamily="34" charset="0"/>
              <a:buChar char="•"/>
            </a:pPr>
            <a:r>
              <a:rPr lang="en-US" sz="2150" dirty="0">
                <a:solidFill>
                  <a:srgbClr val="383838"/>
                </a:solidFill>
                <a:latin typeface="Calibri" panose="020F0502020204030204" pitchFamily="34" charset="0"/>
                <a:ea typeface="PT Serif" pitchFamily="34" charset="-122"/>
                <a:cs typeface="Calibri" panose="020F0502020204030204" pitchFamily="34" charset="0"/>
              </a:rPr>
              <a:t>Define Research</a:t>
            </a:r>
            <a:endParaRPr lang="en-US" sz="2150" dirty="0">
              <a:latin typeface="Calibri" panose="020F0502020204030204" pitchFamily="34" charset="0"/>
              <a:cs typeface="Calibri" panose="020F0502020204030204" pitchFamily="34" charset="0"/>
            </a:endParaRPr>
          </a:p>
        </p:txBody>
      </p:sp>
      <p:sp>
        <p:nvSpPr>
          <p:cNvPr id="19" name="Text 6">
            <a:extLst>
              <a:ext uri="{FF2B5EF4-FFF2-40B4-BE49-F238E27FC236}">
                <a16:creationId xmlns:a16="http://schemas.microsoft.com/office/drawing/2014/main" id="{707DB8C7-41E5-080E-522A-815D6FCDAA2A}"/>
              </a:ext>
            </a:extLst>
          </p:cNvPr>
          <p:cNvSpPr/>
          <p:nvPr/>
        </p:nvSpPr>
        <p:spPr>
          <a:xfrm>
            <a:off x="4212159" y="3737491"/>
            <a:ext cx="7003494" cy="668179"/>
          </a:xfrm>
          <a:prstGeom prst="rect">
            <a:avLst/>
          </a:prstGeom>
          <a:noFill/>
          <a:ln/>
        </p:spPr>
        <p:txBody>
          <a:bodyPr wrap="square" lIns="0" tIns="0" rIns="0" bIns="0" rtlCol="0" anchor="t"/>
          <a:lstStyle/>
          <a:p>
            <a:pPr marL="0" indent="0" algn="l">
              <a:lnSpc>
                <a:spcPts val="2600"/>
              </a:lnSpc>
              <a:buNone/>
            </a:pPr>
            <a:r>
              <a:rPr lang="en-US" sz="1600" dirty="0">
                <a:solidFill>
                  <a:srgbClr val="383838"/>
                </a:solidFill>
                <a:latin typeface="Calibri" panose="020F0502020204030204" pitchFamily="34" charset="0"/>
                <a:ea typeface="DM Sans" pitchFamily="34" charset="-122"/>
                <a:cs typeface="Calibri" panose="020F0502020204030204" pitchFamily="34" charset="0"/>
              </a:rPr>
              <a:t>Recognize research as a diligent and systematic inquiry that goes beyond mere information gathering</a:t>
            </a:r>
            <a:endParaRPr lang="en-US" sz="1600" dirty="0">
              <a:latin typeface="Calibri" panose="020F0502020204030204" pitchFamily="34" charset="0"/>
              <a:cs typeface="Calibri" panose="020F0502020204030204" pitchFamily="34" charset="0"/>
            </a:endParaRPr>
          </a:p>
        </p:txBody>
      </p:sp>
      <p:sp>
        <p:nvSpPr>
          <p:cNvPr id="21" name="Text 8">
            <a:extLst>
              <a:ext uri="{FF2B5EF4-FFF2-40B4-BE49-F238E27FC236}">
                <a16:creationId xmlns:a16="http://schemas.microsoft.com/office/drawing/2014/main" id="{3A025F7B-F94C-F671-29EC-BEFFE937F1A0}"/>
              </a:ext>
            </a:extLst>
          </p:cNvPr>
          <p:cNvSpPr/>
          <p:nvPr/>
        </p:nvSpPr>
        <p:spPr>
          <a:xfrm>
            <a:off x="4212159" y="4895017"/>
            <a:ext cx="3302437" cy="342543"/>
          </a:xfrm>
          <a:prstGeom prst="rect">
            <a:avLst/>
          </a:prstGeom>
          <a:noFill/>
          <a:ln/>
        </p:spPr>
        <p:txBody>
          <a:bodyPr wrap="none" lIns="0" tIns="0" rIns="0" bIns="0" rtlCol="0" anchor="t"/>
          <a:lstStyle/>
          <a:p>
            <a:pPr marL="342900" indent="-342900" algn="l">
              <a:lnSpc>
                <a:spcPts val="2650"/>
              </a:lnSpc>
              <a:buFont typeface="Arial" panose="020B0604020202020204" pitchFamily="34" charset="0"/>
              <a:buChar char="•"/>
            </a:pPr>
            <a:r>
              <a:rPr lang="en-US" sz="2150" dirty="0">
                <a:solidFill>
                  <a:srgbClr val="383838"/>
                </a:solidFill>
                <a:latin typeface="Calibri" panose="020F0502020204030204" pitchFamily="34" charset="0"/>
                <a:ea typeface="PT Serif" pitchFamily="34" charset="-122"/>
                <a:cs typeface="Calibri" panose="020F0502020204030204" pitchFamily="34" charset="0"/>
              </a:rPr>
              <a:t>Identify Research Purposes</a:t>
            </a:r>
            <a:endParaRPr lang="en-US" sz="2150" dirty="0">
              <a:latin typeface="Calibri" panose="020F0502020204030204" pitchFamily="34" charset="0"/>
              <a:cs typeface="Calibri" panose="020F0502020204030204" pitchFamily="34" charset="0"/>
            </a:endParaRPr>
          </a:p>
        </p:txBody>
      </p:sp>
      <p:sp>
        <p:nvSpPr>
          <p:cNvPr id="22" name="Text 9">
            <a:extLst>
              <a:ext uri="{FF2B5EF4-FFF2-40B4-BE49-F238E27FC236}">
                <a16:creationId xmlns:a16="http://schemas.microsoft.com/office/drawing/2014/main" id="{1EFEA0A9-0D2A-F97F-0232-37D99E3C84EF}"/>
              </a:ext>
            </a:extLst>
          </p:cNvPr>
          <p:cNvSpPr/>
          <p:nvPr/>
        </p:nvSpPr>
        <p:spPr>
          <a:xfrm>
            <a:off x="4212159" y="5362813"/>
            <a:ext cx="7003494" cy="668179"/>
          </a:xfrm>
          <a:prstGeom prst="rect">
            <a:avLst/>
          </a:prstGeom>
          <a:noFill/>
          <a:ln/>
        </p:spPr>
        <p:txBody>
          <a:bodyPr wrap="square" lIns="0" tIns="0" rIns="0" bIns="0" rtlCol="0" anchor="t"/>
          <a:lstStyle/>
          <a:p>
            <a:pPr marL="0" indent="0" algn="l">
              <a:lnSpc>
                <a:spcPts val="2600"/>
              </a:lnSpc>
              <a:buNone/>
            </a:pPr>
            <a:r>
              <a:rPr lang="en-US" sz="1600" dirty="0">
                <a:solidFill>
                  <a:srgbClr val="383838"/>
                </a:solidFill>
                <a:latin typeface="Calibri" panose="020F0502020204030204" pitchFamily="34" charset="0"/>
                <a:ea typeface="DM Sans" pitchFamily="34" charset="-122"/>
                <a:cs typeface="Calibri" panose="020F0502020204030204" pitchFamily="34" charset="0"/>
              </a:rPr>
              <a:t>Distinguish between exploratory, descriptive, diagnostic, and hypothesis-testing research</a:t>
            </a:r>
            <a:endParaRPr lang="en-US" sz="1600" dirty="0">
              <a:latin typeface="Calibri" panose="020F0502020204030204" pitchFamily="34" charset="0"/>
              <a:cs typeface="Calibri" panose="020F0502020204030204" pitchFamily="34" charset="0"/>
            </a:endParaRPr>
          </a:p>
        </p:txBody>
      </p:sp>
      <p:sp>
        <p:nvSpPr>
          <p:cNvPr id="24" name="Text 11">
            <a:extLst>
              <a:ext uri="{FF2B5EF4-FFF2-40B4-BE49-F238E27FC236}">
                <a16:creationId xmlns:a16="http://schemas.microsoft.com/office/drawing/2014/main" id="{6325B6CA-864A-9C2E-23DF-F25F765DA300}"/>
              </a:ext>
            </a:extLst>
          </p:cNvPr>
          <p:cNvSpPr/>
          <p:nvPr/>
        </p:nvSpPr>
        <p:spPr>
          <a:xfrm>
            <a:off x="4212159" y="6520339"/>
            <a:ext cx="4292203" cy="342543"/>
          </a:xfrm>
          <a:prstGeom prst="rect">
            <a:avLst/>
          </a:prstGeom>
          <a:noFill/>
          <a:ln/>
        </p:spPr>
        <p:txBody>
          <a:bodyPr wrap="none" lIns="0" tIns="0" rIns="0" bIns="0" rtlCol="0" anchor="t"/>
          <a:lstStyle/>
          <a:p>
            <a:pPr marL="342900" indent="-342900" algn="l">
              <a:lnSpc>
                <a:spcPts val="2650"/>
              </a:lnSpc>
              <a:buFont typeface="Arial" panose="020B0604020202020204" pitchFamily="34" charset="0"/>
              <a:buChar char="•"/>
            </a:pPr>
            <a:r>
              <a:rPr lang="en-US" sz="2150" dirty="0">
                <a:solidFill>
                  <a:srgbClr val="383838"/>
                </a:solidFill>
                <a:latin typeface="Calibri" panose="020F0502020204030204" pitchFamily="34" charset="0"/>
                <a:ea typeface="PT Serif" pitchFamily="34" charset="-122"/>
                <a:cs typeface="Calibri" panose="020F0502020204030204" pitchFamily="34" charset="0"/>
              </a:rPr>
              <a:t>Recognize Research Characteristics</a:t>
            </a:r>
            <a:endParaRPr lang="en-US" sz="2150" dirty="0">
              <a:latin typeface="Calibri" panose="020F0502020204030204" pitchFamily="34" charset="0"/>
              <a:cs typeface="Calibri" panose="020F0502020204030204" pitchFamily="34" charset="0"/>
            </a:endParaRPr>
          </a:p>
        </p:txBody>
      </p:sp>
      <p:sp>
        <p:nvSpPr>
          <p:cNvPr id="25" name="Text 12">
            <a:extLst>
              <a:ext uri="{FF2B5EF4-FFF2-40B4-BE49-F238E27FC236}">
                <a16:creationId xmlns:a16="http://schemas.microsoft.com/office/drawing/2014/main" id="{88DCB23F-8922-33EB-5EF4-E020534B7A70}"/>
              </a:ext>
            </a:extLst>
          </p:cNvPr>
          <p:cNvSpPr/>
          <p:nvPr/>
        </p:nvSpPr>
        <p:spPr>
          <a:xfrm>
            <a:off x="4212159" y="6988135"/>
            <a:ext cx="7003494" cy="668179"/>
          </a:xfrm>
          <a:prstGeom prst="rect">
            <a:avLst/>
          </a:prstGeom>
          <a:noFill/>
          <a:ln/>
        </p:spPr>
        <p:txBody>
          <a:bodyPr wrap="square" lIns="0" tIns="0" rIns="0" bIns="0" rtlCol="0" anchor="t"/>
          <a:lstStyle/>
          <a:p>
            <a:pPr marL="0" indent="0" algn="l">
              <a:lnSpc>
                <a:spcPts val="2600"/>
              </a:lnSpc>
              <a:buNone/>
            </a:pPr>
            <a:r>
              <a:rPr lang="en-US" sz="1600" dirty="0">
                <a:solidFill>
                  <a:srgbClr val="383838"/>
                </a:solidFill>
                <a:latin typeface="Calibri" panose="020F0502020204030204" pitchFamily="34" charset="0"/>
                <a:ea typeface="DM Sans" pitchFamily="34" charset="-122"/>
                <a:cs typeface="Calibri" panose="020F0502020204030204" pitchFamily="34" charset="0"/>
              </a:rPr>
              <a:t>Identify the essential traits that differentiate research from other forms of inquiry</a:t>
            </a:r>
            <a:endParaRPr 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27036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C5594A1-F420-9E80-4110-A19088837B3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4A3F2FC-7B0E-0A8A-7AFD-27FD34B65084}"/>
              </a:ext>
            </a:extLst>
          </p:cNvPr>
          <p:cNvSpPr/>
          <p:nvPr/>
        </p:nvSpPr>
        <p:spPr>
          <a:xfrm>
            <a:off x="718185" y="1991598"/>
            <a:ext cx="11267123" cy="641271"/>
          </a:xfrm>
          <a:prstGeom prst="rect">
            <a:avLst/>
          </a:prstGeom>
          <a:noFill/>
          <a:ln/>
        </p:spPr>
        <p:txBody>
          <a:bodyPr wrap="none" lIns="0" tIns="0" rIns="0" bIns="0" rtlCol="0" anchor="t"/>
          <a:lstStyle/>
          <a:p>
            <a:pPr marL="0" indent="0" algn="l">
              <a:lnSpc>
                <a:spcPts val="5000"/>
              </a:lnSpc>
              <a:buNone/>
            </a:pPr>
            <a:r>
              <a:rPr lang="en-US" sz="4000" b="1" dirty="0">
                <a:solidFill>
                  <a:srgbClr val="000000"/>
                </a:solidFill>
                <a:latin typeface="Inter Bold" pitchFamily="34" charset="0"/>
                <a:ea typeface="Inter Bold" pitchFamily="34" charset="-122"/>
                <a:cs typeface="Inter Bold" pitchFamily="34" charset="-120"/>
              </a:rPr>
              <a:t>Defining Research: The Quest for Knowledge</a:t>
            </a:r>
            <a:endParaRPr lang="en-US" sz="4000" dirty="0"/>
          </a:p>
        </p:txBody>
      </p:sp>
      <p:sp>
        <p:nvSpPr>
          <p:cNvPr id="4" name="Shape 1">
            <a:extLst>
              <a:ext uri="{FF2B5EF4-FFF2-40B4-BE49-F238E27FC236}">
                <a16:creationId xmlns:a16="http://schemas.microsoft.com/office/drawing/2014/main" id="{AC720DDE-7FCE-BC25-1D5C-3E3672C0232E}"/>
              </a:ext>
            </a:extLst>
          </p:cNvPr>
          <p:cNvSpPr/>
          <p:nvPr/>
        </p:nvSpPr>
        <p:spPr>
          <a:xfrm>
            <a:off x="718185" y="2940645"/>
            <a:ext cx="4261247" cy="2182773"/>
          </a:xfrm>
          <a:prstGeom prst="roundRect">
            <a:avLst>
              <a:gd name="adj" fmla="val 3949"/>
            </a:avLst>
          </a:prstGeom>
          <a:solidFill>
            <a:srgbClr val="DADBF1"/>
          </a:solidFill>
          <a:ln w="7620">
            <a:solidFill>
              <a:srgbClr val="C0C1D7"/>
            </a:solidFill>
            <a:prstDash val="solid"/>
          </a:ln>
        </p:spPr>
      </p:sp>
      <p:sp>
        <p:nvSpPr>
          <p:cNvPr id="5" name="Text 2">
            <a:extLst>
              <a:ext uri="{FF2B5EF4-FFF2-40B4-BE49-F238E27FC236}">
                <a16:creationId xmlns:a16="http://schemas.microsoft.com/office/drawing/2014/main" id="{602EAF17-D6EB-AEFD-0573-69051ACA937B}"/>
              </a:ext>
            </a:extLst>
          </p:cNvPr>
          <p:cNvSpPr/>
          <p:nvPr/>
        </p:nvSpPr>
        <p:spPr>
          <a:xfrm>
            <a:off x="930950" y="3153410"/>
            <a:ext cx="2565202" cy="320635"/>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Systematic Inquiry</a:t>
            </a:r>
            <a:endParaRPr lang="en-US" sz="2000" dirty="0"/>
          </a:p>
        </p:txBody>
      </p:sp>
      <p:sp>
        <p:nvSpPr>
          <p:cNvPr id="7" name="Text 3">
            <a:extLst>
              <a:ext uri="{FF2B5EF4-FFF2-40B4-BE49-F238E27FC236}">
                <a16:creationId xmlns:a16="http://schemas.microsoft.com/office/drawing/2014/main" id="{7A495615-74D9-E8E9-2B65-73FBB93371AF}"/>
              </a:ext>
            </a:extLst>
          </p:cNvPr>
          <p:cNvSpPr/>
          <p:nvPr/>
        </p:nvSpPr>
        <p:spPr>
          <a:xfrm>
            <a:off x="930950" y="3597156"/>
            <a:ext cx="3835718" cy="1313498"/>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Research involves diligent and methodical investigation into subjects to discover or revise facts, theories, applications, or laws.</a:t>
            </a:r>
            <a:endParaRPr lang="en-US" sz="1600" dirty="0"/>
          </a:p>
        </p:txBody>
      </p:sp>
      <p:sp>
        <p:nvSpPr>
          <p:cNvPr id="8" name="Shape 4">
            <a:extLst>
              <a:ext uri="{FF2B5EF4-FFF2-40B4-BE49-F238E27FC236}">
                <a16:creationId xmlns:a16="http://schemas.microsoft.com/office/drawing/2014/main" id="{7243FD21-E69D-1A33-4813-BB1970CA7A6D}"/>
              </a:ext>
            </a:extLst>
          </p:cNvPr>
          <p:cNvSpPr/>
          <p:nvPr/>
        </p:nvSpPr>
        <p:spPr>
          <a:xfrm>
            <a:off x="5184577" y="2940645"/>
            <a:ext cx="4261247" cy="2182773"/>
          </a:xfrm>
          <a:prstGeom prst="roundRect">
            <a:avLst>
              <a:gd name="adj" fmla="val 3949"/>
            </a:avLst>
          </a:prstGeom>
          <a:solidFill>
            <a:srgbClr val="DADBF1"/>
          </a:solidFill>
          <a:ln w="7620">
            <a:solidFill>
              <a:srgbClr val="C0C1D7"/>
            </a:solidFill>
            <a:prstDash val="solid"/>
          </a:ln>
        </p:spPr>
      </p:sp>
      <p:sp>
        <p:nvSpPr>
          <p:cNvPr id="9" name="Text 5">
            <a:extLst>
              <a:ext uri="{FF2B5EF4-FFF2-40B4-BE49-F238E27FC236}">
                <a16:creationId xmlns:a16="http://schemas.microsoft.com/office/drawing/2014/main" id="{852A0489-A6A0-7F67-47BF-2B5E384DC708}"/>
              </a:ext>
            </a:extLst>
          </p:cNvPr>
          <p:cNvSpPr/>
          <p:nvPr/>
        </p:nvSpPr>
        <p:spPr>
          <a:xfrm>
            <a:off x="5397341" y="3153410"/>
            <a:ext cx="3792855" cy="320635"/>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Beyond Information Collection</a:t>
            </a:r>
            <a:endParaRPr lang="en-US" sz="2000" dirty="0"/>
          </a:p>
        </p:txBody>
      </p:sp>
      <p:sp>
        <p:nvSpPr>
          <p:cNvPr id="10" name="Text 6">
            <a:extLst>
              <a:ext uri="{FF2B5EF4-FFF2-40B4-BE49-F238E27FC236}">
                <a16:creationId xmlns:a16="http://schemas.microsoft.com/office/drawing/2014/main" id="{11693467-ECB5-81D5-D655-D68D80A1F265}"/>
              </a:ext>
            </a:extLst>
          </p:cNvPr>
          <p:cNvSpPr/>
          <p:nvPr/>
        </p:nvSpPr>
        <p:spPr>
          <a:xfrm>
            <a:off x="5397341" y="3597156"/>
            <a:ext cx="3835718" cy="1313498"/>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True research goes beyond gathering data—it represents a scientific pursuit of new insights through careful analysis and interpretation.</a:t>
            </a:r>
            <a:endParaRPr lang="en-US" sz="1600" dirty="0"/>
          </a:p>
        </p:txBody>
      </p:sp>
      <p:sp>
        <p:nvSpPr>
          <p:cNvPr id="11" name="Shape 7">
            <a:extLst>
              <a:ext uri="{FF2B5EF4-FFF2-40B4-BE49-F238E27FC236}">
                <a16:creationId xmlns:a16="http://schemas.microsoft.com/office/drawing/2014/main" id="{F18F8181-258C-518B-0573-2FCD4E88CE50}"/>
              </a:ext>
            </a:extLst>
          </p:cNvPr>
          <p:cNvSpPr/>
          <p:nvPr/>
        </p:nvSpPr>
        <p:spPr>
          <a:xfrm>
            <a:off x="9650968" y="2940645"/>
            <a:ext cx="4261247" cy="2182773"/>
          </a:xfrm>
          <a:prstGeom prst="roundRect">
            <a:avLst>
              <a:gd name="adj" fmla="val 3949"/>
            </a:avLst>
          </a:prstGeom>
          <a:solidFill>
            <a:srgbClr val="DADBF1"/>
          </a:solidFill>
          <a:ln w="7620">
            <a:solidFill>
              <a:srgbClr val="C0C1D7"/>
            </a:solidFill>
            <a:prstDash val="solid"/>
          </a:ln>
        </p:spPr>
      </p:sp>
      <p:sp>
        <p:nvSpPr>
          <p:cNvPr id="12" name="Text 8">
            <a:extLst>
              <a:ext uri="{FF2B5EF4-FFF2-40B4-BE49-F238E27FC236}">
                <a16:creationId xmlns:a16="http://schemas.microsoft.com/office/drawing/2014/main" id="{A488EF0E-5270-6D27-CEF5-E306A2504415}"/>
              </a:ext>
            </a:extLst>
          </p:cNvPr>
          <p:cNvSpPr/>
          <p:nvPr/>
        </p:nvSpPr>
        <p:spPr>
          <a:xfrm>
            <a:off x="9863733" y="3153410"/>
            <a:ext cx="2620447" cy="320635"/>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Original Contribution</a:t>
            </a:r>
            <a:endParaRPr lang="en-US" sz="2000" dirty="0"/>
          </a:p>
        </p:txBody>
      </p:sp>
      <p:sp>
        <p:nvSpPr>
          <p:cNvPr id="13" name="Text 9">
            <a:extLst>
              <a:ext uri="{FF2B5EF4-FFF2-40B4-BE49-F238E27FC236}">
                <a16:creationId xmlns:a16="http://schemas.microsoft.com/office/drawing/2014/main" id="{9066F97C-C2AA-BB22-3412-38B0D7DE0164}"/>
              </a:ext>
            </a:extLst>
          </p:cNvPr>
          <p:cNvSpPr/>
          <p:nvPr/>
        </p:nvSpPr>
        <p:spPr>
          <a:xfrm>
            <a:off x="9863733" y="3597156"/>
            <a:ext cx="3835718" cy="1313498"/>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Research contributes original perspectives to existing knowledge, offering innovations that extend or refine our understanding.</a:t>
            </a:r>
            <a:endParaRPr lang="en-US" sz="1600" dirty="0"/>
          </a:p>
        </p:txBody>
      </p:sp>
      <p:sp>
        <p:nvSpPr>
          <p:cNvPr id="14" name="Text 10">
            <a:extLst>
              <a:ext uri="{FF2B5EF4-FFF2-40B4-BE49-F238E27FC236}">
                <a16:creationId xmlns:a16="http://schemas.microsoft.com/office/drawing/2014/main" id="{5464482C-5EAC-4CED-D9F8-217406A50E97}"/>
              </a:ext>
            </a:extLst>
          </p:cNvPr>
          <p:cNvSpPr/>
          <p:nvPr/>
        </p:nvSpPr>
        <p:spPr>
          <a:xfrm>
            <a:off x="718185" y="5354280"/>
            <a:ext cx="13194030" cy="985123"/>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Research represents a structured effort to generate or refine knowledge through scientific methods. As Redman and Mory define it, research is a "systematized effort to gain new knowledge." It involves defining problems, formulating hypotheses, collecting and evaluating data, drawing conclusions, and testing their validity.</a:t>
            </a:r>
            <a:endParaRPr lang="en-US" sz="1600" dirty="0"/>
          </a:p>
        </p:txBody>
      </p:sp>
    </p:spTree>
    <p:extLst>
      <p:ext uri="{BB962C8B-B14F-4D97-AF65-F5344CB8AC3E}">
        <p14:creationId xmlns:p14="http://schemas.microsoft.com/office/powerpoint/2010/main" val="1498154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44C633D-A552-221C-E8FF-1C592EE155DB}"/>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391E9D97-1A64-5BFF-87E2-1459997C85D8}"/>
              </a:ext>
            </a:extLst>
          </p:cNvPr>
          <p:cNvSpPr/>
          <p:nvPr/>
        </p:nvSpPr>
        <p:spPr>
          <a:xfrm>
            <a:off x="1318181" y="783312"/>
            <a:ext cx="7836813" cy="576024"/>
          </a:xfrm>
          <a:prstGeom prst="rect">
            <a:avLst/>
          </a:prstGeom>
          <a:noFill/>
          <a:ln/>
        </p:spPr>
        <p:txBody>
          <a:bodyPr wrap="none" lIns="0" tIns="0" rIns="0" bIns="0" rtlCol="0" anchor="t"/>
          <a:lstStyle/>
          <a:p>
            <a:pPr marL="0" indent="0" algn="l">
              <a:lnSpc>
                <a:spcPts val="4500"/>
              </a:lnSpc>
              <a:buNone/>
            </a:pPr>
            <a:r>
              <a:rPr lang="en-US" sz="3600" b="1" dirty="0">
                <a:solidFill>
                  <a:srgbClr val="000000"/>
                </a:solidFill>
                <a:latin typeface="Inter Bold" pitchFamily="34" charset="0"/>
                <a:ea typeface="Inter Bold" pitchFamily="34" charset="-122"/>
                <a:cs typeface="Inter Bold" pitchFamily="34" charset="-120"/>
              </a:rPr>
              <a:t>The Scientific Process of Research</a:t>
            </a:r>
            <a:endParaRPr lang="en-US" sz="3600" dirty="0"/>
          </a:p>
        </p:txBody>
      </p:sp>
      <p:pic>
        <p:nvPicPr>
          <p:cNvPr id="6" name="Image 1" descr="preencoded.png">
            <a:extLst>
              <a:ext uri="{FF2B5EF4-FFF2-40B4-BE49-F238E27FC236}">
                <a16:creationId xmlns:a16="http://schemas.microsoft.com/office/drawing/2014/main" id="{38C0B031-7BFA-2A22-F6A3-E48A68CB666D}"/>
              </a:ext>
            </a:extLst>
          </p:cNvPr>
          <p:cNvPicPr>
            <a:picLocks noChangeAspect="1"/>
          </p:cNvPicPr>
          <p:nvPr/>
        </p:nvPicPr>
        <p:blipFill>
          <a:blip r:embed="rId3"/>
          <a:stretch>
            <a:fillRect/>
          </a:stretch>
        </p:blipFill>
        <p:spPr>
          <a:xfrm>
            <a:off x="1318181" y="1635800"/>
            <a:ext cx="921663" cy="1105972"/>
          </a:xfrm>
          <a:prstGeom prst="rect">
            <a:avLst/>
          </a:prstGeom>
        </p:spPr>
      </p:pic>
      <p:sp>
        <p:nvSpPr>
          <p:cNvPr id="15" name="Text 1">
            <a:extLst>
              <a:ext uri="{FF2B5EF4-FFF2-40B4-BE49-F238E27FC236}">
                <a16:creationId xmlns:a16="http://schemas.microsoft.com/office/drawing/2014/main" id="{57E037B4-45E8-0D0F-E8DF-9372D04C6A3E}"/>
              </a:ext>
            </a:extLst>
          </p:cNvPr>
          <p:cNvSpPr/>
          <p:nvPr/>
        </p:nvSpPr>
        <p:spPr>
          <a:xfrm>
            <a:off x="2516307" y="1820108"/>
            <a:ext cx="2304217" cy="287893"/>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Problem Definition</a:t>
            </a:r>
            <a:endParaRPr lang="en-US" sz="1800" dirty="0"/>
          </a:p>
        </p:txBody>
      </p:sp>
      <p:sp>
        <p:nvSpPr>
          <p:cNvPr id="16" name="Text 2">
            <a:extLst>
              <a:ext uri="{FF2B5EF4-FFF2-40B4-BE49-F238E27FC236}">
                <a16:creationId xmlns:a16="http://schemas.microsoft.com/office/drawing/2014/main" id="{1AA82EFB-9038-0096-6C39-18DBC6D2A4D9}"/>
              </a:ext>
            </a:extLst>
          </p:cNvPr>
          <p:cNvSpPr/>
          <p:nvPr/>
        </p:nvSpPr>
        <p:spPr>
          <a:xfrm>
            <a:off x="2516307" y="2218492"/>
            <a:ext cx="6655713" cy="294799"/>
          </a:xfrm>
          <a:prstGeom prst="rect">
            <a:avLst/>
          </a:prstGeom>
          <a:noFill/>
          <a:ln/>
        </p:spPr>
        <p:txBody>
          <a:bodyPr wrap="non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Identifying and clearly articulating the research question or problem</a:t>
            </a:r>
            <a:endParaRPr lang="en-US" sz="1450" dirty="0"/>
          </a:p>
        </p:txBody>
      </p:sp>
      <p:pic>
        <p:nvPicPr>
          <p:cNvPr id="17" name="Image 2" descr="preencoded.png">
            <a:extLst>
              <a:ext uri="{FF2B5EF4-FFF2-40B4-BE49-F238E27FC236}">
                <a16:creationId xmlns:a16="http://schemas.microsoft.com/office/drawing/2014/main" id="{8C7B244A-528E-AB87-D761-69F5B8BF0340}"/>
              </a:ext>
            </a:extLst>
          </p:cNvPr>
          <p:cNvPicPr>
            <a:picLocks noChangeAspect="1"/>
          </p:cNvPicPr>
          <p:nvPr/>
        </p:nvPicPr>
        <p:blipFill>
          <a:blip r:embed="rId4"/>
          <a:stretch>
            <a:fillRect/>
          </a:stretch>
        </p:blipFill>
        <p:spPr>
          <a:xfrm>
            <a:off x="1318181" y="2741771"/>
            <a:ext cx="921663" cy="1105972"/>
          </a:xfrm>
          <a:prstGeom prst="rect">
            <a:avLst/>
          </a:prstGeom>
        </p:spPr>
      </p:pic>
      <p:sp>
        <p:nvSpPr>
          <p:cNvPr id="18" name="Text 3">
            <a:extLst>
              <a:ext uri="{FF2B5EF4-FFF2-40B4-BE49-F238E27FC236}">
                <a16:creationId xmlns:a16="http://schemas.microsoft.com/office/drawing/2014/main" id="{3391ABDF-612D-C2B7-22FF-AADDF6E0995A}"/>
              </a:ext>
            </a:extLst>
          </p:cNvPr>
          <p:cNvSpPr/>
          <p:nvPr/>
        </p:nvSpPr>
        <p:spPr>
          <a:xfrm>
            <a:off x="2516307" y="2926080"/>
            <a:ext cx="2685812" cy="287893"/>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Hypothesis Formulation</a:t>
            </a:r>
            <a:endParaRPr lang="en-US" sz="1800" dirty="0"/>
          </a:p>
        </p:txBody>
      </p:sp>
      <p:sp>
        <p:nvSpPr>
          <p:cNvPr id="19" name="Text 4">
            <a:extLst>
              <a:ext uri="{FF2B5EF4-FFF2-40B4-BE49-F238E27FC236}">
                <a16:creationId xmlns:a16="http://schemas.microsoft.com/office/drawing/2014/main" id="{CDDB1B87-60E6-1CF0-1593-E3555C383223}"/>
              </a:ext>
            </a:extLst>
          </p:cNvPr>
          <p:cNvSpPr/>
          <p:nvPr/>
        </p:nvSpPr>
        <p:spPr>
          <a:xfrm>
            <a:off x="2516307" y="3324463"/>
            <a:ext cx="6655713" cy="294799"/>
          </a:xfrm>
          <a:prstGeom prst="rect">
            <a:avLst/>
          </a:prstGeom>
          <a:noFill/>
          <a:ln/>
        </p:spPr>
        <p:txBody>
          <a:bodyPr wrap="non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Developing testable predictions based on existing knowledge</a:t>
            </a:r>
            <a:endParaRPr lang="en-US" sz="1450" dirty="0"/>
          </a:p>
        </p:txBody>
      </p:sp>
      <p:pic>
        <p:nvPicPr>
          <p:cNvPr id="20" name="Image 3" descr="preencoded.png">
            <a:extLst>
              <a:ext uri="{FF2B5EF4-FFF2-40B4-BE49-F238E27FC236}">
                <a16:creationId xmlns:a16="http://schemas.microsoft.com/office/drawing/2014/main" id="{F29F2968-8E37-F013-AA77-B3256BB33A06}"/>
              </a:ext>
            </a:extLst>
          </p:cNvPr>
          <p:cNvPicPr>
            <a:picLocks noChangeAspect="1"/>
          </p:cNvPicPr>
          <p:nvPr/>
        </p:nvPicPr>
        <p:blipFill>
          <a:blip r:embed="rId5"/>
          <a:stretch>
            <a:fillRect/>
          </a:stretch>
        </p:blipFill>
        <p:spPr>
          <a:xfrm>
            <a:off x="1318181" y="3847743"/>
            <a:ext cx="921663" cy="1105972"/>
          </a:xfrm>
          <a:prstGeom prst="rect">
            <a:avLst/>
          </a:prstGeom>
        </p:spPr>
      </p:pic>
      <p:sp>
        <p:nvSpPr>
          <p:cNvPr id="21" name="Text 5">
            <a:extLst>
              <a:ext uri="{FF2B5EF4-FFF2-40B4-BE49-F238E27FC236}">
                <a16:creationId xmlns:a16="http://schemas.microsoft.com/office/drawing/2014/main" id="{35EE5E5A-C2AF-4ED7-52C2-4BF6F1C8EC7B}"/>
              </a:ext>
            </a:extLst>
          </p:cNvPr>
          <p:cNvSpPr/>
          <p:nvPr/>
        </p:nvSpPr>
        <p:spPr>
          <a:xfrm>
            <a:off x="2516307" y="4032052"/>
            <a:ext cx="2950488" cy="287893"/>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Data Collection &amp; Analysis</a:t>
            </a:r>
            <a:endParaRPr lang="en-US" sz="1800" dirty="0"/>
          </a:p>
        </p:txBody>
      </p:sp>
      <p:sp>
        <p:nvSpPr>
          <p:cNvPr id="22" name="Text 6">
            <a:extLst>
              <a:ext uri="{FF2B5EF4-FFF2-40B4-BE49-F238E27FC236}">
                <a16:creationId xmlns:a16="http://schemas.microsoft.com/office/drawing/2014/main" id="{5CB31972-9EB9-E8A1-2746-028409F2E72C}"/>
              </a:ext>
            </a:extLst>
          </p:cNvPr>
          <p:cNvSpPr/>
          <p:nvPr/>
        </p:nvSpPr>
        <p:spPr>
          <a:xfrm>
            <a:off x="2516307" y="4430435"/>
            <a:ext cx="6655713" cy="294799"/>
          </a:xfrm>
          <a:prstGeom prst="rect">
            <a:avLst/>
          </a:prstGeom>
          <a:noFill/>
          <a:ln/>
        </p:spPr>
        <p:txBody>
          <a:bodyPr wrap="non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Gathering relevant information and applying analytical techniques</a:t>
            </a:r>
            <a:endParaRPr lang="en-US" sz="1450" dirty="0"/>
          </a:p>
        </p:txBody>
      </p:sp>
      <p:pic>
        <p:nvPicPr>
          <p:cNvPr id="23" name="Image 4" descr="preencoded.png">
            <a:extLst>
              <a:ext uri="{FF2B5EF4-FFF2-40B4-BE49-F238E27FC236}">
                <a16:creationId xmlns:a16="http://schemas.microsoft.com/office/drawing/2014/main" id="{494C97F2-74D6-40E9-A9D4-D380E17D08E2}"/>
              </a:ext>
            </a:extLst>
          </p:cNvPr>
          <p:cNvPicPr>
            <a:picLocks noChangeAspect="1"/>
          </p:cNvPicPr>
          <p:nvPr/>
        </p:nvPicPr>
        <p:blipFill>
          <a:blip r:embed="rId6"/>
          <a:stretch>
            <a:fillRect/>
          </a:stretch>
        </p:blipFill>
        <p:spPr>
          <a:xfrm>
            <a:off x="1318181" y="4953714"/>
            <a:ext cx="921663" cy="1105972"/>
          </a:xfrm>
          <a:prstGeom prst="rect">
            <a:avLst/>
          </a:prstGeom>
        </p:spPr>
      </p:pic>
      <p:sp>
        <p:nvSpPr>
          <p:cNvPr id="24" name="Text 7">
            <a:extLst>
              <a:ext uri="{FF2B5EF4-FFF2-40B4-BE49-F238E27FC236}">
                <a16:creationId xmlns:a16="http://schemas.microsoft.com/office/drawing/2014/main" id="{FEF62921-7993-9B93-8FFE-C1D8A6BF2DB7}"/>
              </a:ext>
            </a:extLst>
          </p:cNvPr>
          <p:cNvSpPr/>
          <p:nvPr/>
        </p:nvSpPr>
        <p:spPr>
          <a:xfrm>
            <a:off x="2516307" y="5138023"/>
            <a:ext cx="2846784" cy="287893"/>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Conclusion &amp; Verification</a:t>
            </a:r>
            <a:endParaRPr lang="en-US" sz="1800" dirty="0"/>
          </a:p>
        </p:txBody>
      </p:sp>
      <p:sp>
        <p:nvSpPr>
          <p:cNvPr id="25" name="Text 8">
            <a:extLst>
              <a:ext uri="{FF2B5EF4-FFF2-40B4-BE49-F238E27FC236}">
                <a16:creationId xmlns:a16="http://schemas.microsoft.com/office/drawing/2014/main" id="{02942705-0B16-C18C-0C8C-D826091EA30D}"/>
              </a:ext>
            </a:extLst>
          </p:cNvPr>
          <p:cNvSpPr/>
          <p:nvPr/>
        </p:nvSpPr>
        <p:spPr>
          <a:xfrm>
            <a:off x="2516307" y="5536406"/>
            <a:ext cx="6655713" cy="294799"/>
          </a:xfrm>
          <a:prstGeom prst="rect">
            <a:avLst/>
          </a:prstGeom>
          <a:noFill/>
          <a:ln/>
        </p:spPr>
        <p:txBody>
          <a:bodyPr wrap="non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Drawing insights and rigorously testing their validity</a:t>
            </a:r>
            <a:endParaRPr lang="en-US" sz="1450" dirty="0"/>
          </a:p>
        </p:txBody>
      </p:sp>
      <p:sp>
        <p:nvSpPr>
          <p:cNvPr id="26" name="Text 9">
            <a:extLst>
              <a:ext uri="{FF2B5EF4-FFF2-40B4-BE49-F238E27FC236}">
                <a16:creationId xmlns:a16="http://schemas.microsoft.com/office/drawing/2014/main" id="{6A3DFB10-F504-0671-F7BD-B45473D7E538}"/>
              </a:ext>
            </a:extLst>
          </p:cNvPr>
          <p:cNvSpPr/>
          <p:nvPr/>
        </p:nvSpPr>
        <p:spPr>
          <a:xfrm>
            <a:off x="1318181" y="6266974"/>
            <a:ext cx="7853839" cy="1179195"/>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Clifford Woody elaborates that research comprises defining and redefining problems, formulating hypotheses, collecting and organizing data, making deductions, and reaching conclusions. This methodical approach ensures that research findings are reliable, valid, and contribute meaningfully to knowledge advancement.</a:t>
            </a:r>
            <a:endParaRPr lang="en-US" sz="1450" dirty="0"/>
          </a:p>
        </p:txBody>
      </p:sp>
    </p:spTree>
    <p:extLst>
      <p:ext uri="{BB962C8B-B14F-4D97-AF65-F5344CB8AC3E}">
        <p14:creationId xmlns:p14="http://schemas.microsoft.com/office/powerpoint/2010/main" val="1065913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4DBD851-1153-3976-1043-48081BFA91B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D09D353-28FE-81BF-57D8-F8E84788EBE9}"/>
              </a:ext>
            </a:extLst>
          </p:cNvPr>
          <p:cNvSpPr/>
          <p:nvPr/>
        </p:nvSpPr>
        <p:spPr>
          <a:xfrm>
            <a:off x="1250990" y="1204674"/>
            <a:ext cx="12867203"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Exploratory &amp; Descriptive Research Objectives</a:t>
            </a:r>
            <a:endParaRPr lang="en-US" sz="4450" dirty="0"/>
          </a:p>
        </p:txBody>
      </p:sp>
      <p:sp>
        <p:nvSpPr>
          <p:cNvPr id="3" name="Text 1">
            <a:extLst>
              <a:ext uri="{FF2B5EF4-FFF2-40B4-BE49-F238E27FC236}">
                <a16:creationId xmlns:a16="http://schemas.microsoft.com/office/drawing/2014/main" id="{5F2021C7-5F6C-7231-1445-ADFED891F943}"/>
              </a:ext>
            </a:extLst>
          </p:cNvPr>
          <p:cNvSpPr/>
          <p:nvPr/>
        </p:nvSpPr>
        <p:spPr>
          <a:xfrm>
            <a:off x="1250990" y="2480429"/>
            <a:ext cx="2971919"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Exploratory Research</a:t>
            </a:r>
            <a:endParaRPr lang="en-US" sz="2200" dirty="0"/>
          </a:p>
        </p:txBody>
      </p:sp>
      <p:sp>
        <p:nvSpPr>
          <p:cNvPr id="4" name="Text 2">
            <a:extLst>
              <a:ext uri="{FF2B5EF4-FFF2-40B4-BE49-F238E27FC236}">
                <a16:creationId xmlns:a16="http://schemas.microsoft.com/office/drawing/2014/main" id="{FAE6BF59-4DB3-835D-1497-723076DA7304}"/>
              </a:ext>
            </a:extLst>
          </p:cNvPr>
          <p:cNvSpPr/>
          <p:nvPr/>
        </p:nvSpPr>
        <p:spPr>
          <a:xfrm>
            <a:off x="1250990" y="3061573"/>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Aims to gain familiarity with phenomena or achieve new insights, typically serving as the initial phase of investigation.</a:t>
            </a:r>
            <a:endParaRPr lang="en-US" sz="1750" dirty="0"/>
          </a:p>
        </p:txBody>
      </p:sp>
      <p:sp>
        <p:nvSpPr>
          <p:cNvPr id="5" name="Text 3">
            <a:extLst>
              <a:ext uri="{FF2B5EF4-FFF2-40B4-BE49-F238E27FC236}">
                <a16:creationId xmlns:a16="http://schemas.microsoft.com/office/drawing/2014/main" id="{9FEFCD09-8903-B7F8-2814-EFAA8531B6AB}"/>
              </a:ext>
            </a:extLst>
          </p:cNvPr>
          <p:cNvSpPr/>
          <p:nvPr/>
        </p:nvSpPr>
        <p:spPr>
          <a:xfrm>
            <a:off x="1250990" y="435435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Identifies new problems or questions</a:t>
            </a:r>
            <a:endParaRPr lang="en-US" sz="1750" dirty="0"/>
          </a:p>
        </p:txBody>
      </p:sp>
      <p:sp>
        <p:nvSpPr>
          <p:cNvPr id="6" name="Text 4">
            <a:extLst>
              <a:ext uri="{FF2B5EF4-FFF2-40B4-BE49-F238E27FC236}">
                <a16:creationId xmlns:a16="http://schemas.microsoft.com/office/drawing/2014/main" id="{02F1FA82-0470-B10A-F59F-1C3CA20BD447}"/>
              </a:ext>
            </a:extLst>
          </p:cNvPr>
          <p:cNvSpPr/>
          <p:nvPr/>
        </p:nvSpPr>
        <p:spPr>
          <a:xfrm>
            <a:off x="1250990" y="479655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Develops preliminary ideas</a:t>
            </a:r>
            <a:endParaRPr lang="en-US" sz="1750" dirty="0"/>
          </a:p>
        </p:txBody>
      </p:sp>
      <p:sp>
        <p:nvSpPr>
          <p:cNvPr id="7" name="Text 5">
            <a:extLst>
              <a:ext uri="{FF2B5EF4-FFF2-40B4-BE49-F238E27FC236}">
                <a16:creationId xmlns:a16="http://schemas.microsoft.com/office/drawing/2014/main" id="{BAED9A6C-3D3A-C949-C076-DDE425D8A63F}"/>
              </a:ext>
            </a:extLst>
          </p:cNvPr>
          <p:cNvSpPr/>
          <p:nvPr/>
        </p:nvSpPr>
        <p:spPr>
          <a:xfrm>
            <a:off x="1250990" y="523875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Establishes research priorities</a:t>
            </a:r>
            <a:endParaRPr lang="en-US" sz="1750" dirty="0"/>
          </a:p>
        </p:txBody>
      </p:sp>
      <p:sp>
        <p:nvSpPr>
          <p:cNvPr id="8" name="Text 6">
            <a:extLst>
              <a:ext uri="{FF2B5EF4-FFF2-40B4-BE49-F238E27FC236}">
                <a16:creationId xmlns:a16="http://schemas.microsoft.com/office/drawing/2014/main" id="{05BDC2EE-23CE-5284-23B5-E1773058E17A}"/>
              </a:ext>
            </a:extLst>
          </p:cNvPr>
          <p:cNvSpPr/>
          <p:nvPr/>
        </p:nvSpPr>
        <p:spPr>
          <a:xfrm>
            <a:off x="8056721" y="2480429"/>
            <a:ext cx="2950131"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Descriptive Research</a:t>
            </a:r>
            <a:endParaRPr lang="en-US" sz="2200" dirty="0"/>
          </a:p>
        </p:txBody>
      </p:sp>
      <p:sp>
        <p:nvSpPr>
          <p:cNvPr id="9" name="Text 7">
            <a:extLst>
              <a:ext uri="{FF2B5EF4-FFF2-40B4-BE49-F238E27FC236}">
                <a16:creationId xmlns:a16="http://schemas.microsoft.com/office/drawing/2014/main" id="{6D5D4DA6-59E5-C70E-8A77-DC791B463E52}"/>
              </a:ext>
            </a:extLst>
          </p:cNvPr>
          <p:cNvSpPr/>
          <p:nvPr/>
        </p:nvSpPr>
        <p:spPr>
          <a:xfrm>
            <a:off x="8056721" y="3061573"/>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Focuses on accurately portraying characteristics of particular individuals, situations, or groups through systematic observation.</a:t>
            </a:r>
            <a:endParaRPr lang="en-US" sz="1750" dirty="0"/>
          </a:p>
        </p:txBody>
      </p:sp>
      <p:sp>
        <p:nvSpPr>
          <p:cNvPr id="10" name="Text 8">
            <a:extLst>
              <a:ext uri="{FF2B5EF4-FFF2-40B4-BE49-F238E27FC236}">
                <a16:creationId xmlns:a16="http://schemas.microsoft.com/office/drawing/2014/main" id="{531CE8AF-B7DF-8A3C-36D7-E0D2FC9A3506}"/>
              </a:ext>
            </a:extLst>
          </p:cNvPr>
          <p:cNvSpPr/>
          <p:nvPr/>
        </p:nvSpPr>
        <p:spPr>
          <a:xfrm>
            <a:off x="8056721" y="435435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Determines demographic profiles</a:t>
            </a:r>
            <a:endParaRPr lang="en-US" sz="1750" dirty="0"/>
          </a:p>
        </p:txBody>
      </p:sp>
      <p:sp>
        <p:nvSpPr>
          <p:cNvPr id="11" name="Text 9">
            <a:extLst>
              <a:ext uri="{FF2B5EF4-FFF2-40B4-BE49-F238E27FC236}">
                <a16:creationId xmlns:a16="http://schemas.microsoft.com/office/drawing/2014/main" id="{ABE307D4-5095-E08E-A623-E6732C90D7AF}"/>
              </a:ext>
            </a:extLst>
          </p:cNvPr>
          <p:cNvSpPr/>
          <p:nvPr/>
        </p:nvSpPr>
        <p:spPr>
          <a:xfrm>
            <a:off x="8056721" y="479655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Documents precise measurements</a:t>
            </a:r>
            <a:endParaRPr lang="en-US" sz="1750" dirty="0"/>
          </a:p>
        </p:txBody>
      </p:sp>
      <p:sp>
        <p:nvSpPr>
          <p:cNvPr id="12" name="Text 10">
            <a:extLst>
              <a:ext uri="{FF2B5EF4-FFF2-40B4-BE49-F238E27FC236}">
                <a16:creationId xmlns:a16="http://schemas.microsoft.com/office/drawing/2014/main" id="{0FD512B0-2AF3-450F-2CA1-D7E66C8FE3E6}"/>
              </a:ext>
            </a:extLst>
          </p:cNvPr>
          <p:cNvSpPr/>
          <p:nvPr/>
        </p:nvSpPr>
        <p:spPr>
          <a:xfrm>
            <a:off x="8056721" y="523875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Creates detailed classifications</a:t>
            </a:r>
            <a:endParaRPr lang="en-US" sz="1750" dirty="0"/>
          </a:p>
        </p:txBody>
      </p:sp>
      <p:sp>
        <p:nvSpPr>
          <p:cNvPr id="13" name="Text 11">
            <a:extLst>
              <a:ext uri="{FF2B5EF4-FFF2-40B4-BE49-F238E27FC236}">
                <a16:creationId xmlns:a16="http://schemas.microsoft.com/office/drawing/2014/main" id="{BE488276-9080-AE09-6852-EF971ECD1CD9}"/>
              </a:ext>
            </a:extLst>
          </p:cNvPr>
          <p:cNvSpPr/>
          <p:nvPr/>
        </p:nvSpPr>
        <p:spPr>
          <a:xfrm>
            <a:off x="1250990" y="5936099"/>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These two objectives represent fundamental approaches to research inquiry. Exploratory research opens doors to new areas of investigation, while descriptive research provides the detailed portrayal necessary for comprehensive understanding. Together, they establish the foundation upon which more complex research objectives can build.</a:t>
            </a:r>
            <a:endParaRPr lang="en-US" sz="1750" dirty="0"/>
          </a:p>
        </p:txBody>
      </p:sp>
    </p:spTree>
    <p:extLst>
      <p:ext uri="{BB962C8B-B14F-4D97-AF65-F5344CB8AC3E}">
        <p14:creationId xmlns:p14="http://schemas.microsoft.com/office/powerpoint/2010/main" val="1822003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A239D9E-282E-906E-2A28-1FE8EBF1A3D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69F410A-B511-8CC3-FBB5-A26980A94F11}"/>
              </a:ext>
            </a:extLst>
          </p:cNvPr>
          <p:cNvSpPr/>
          <p:nvPr/>
        </p:nvSpPr>
        <p:spPr>
          <a:xfrm>
            <a:off x="1273215" y="708303"/>
            <a:ext cx="12521803" cy="615196"/>
          </a:xfrm>
          <a:prstGeom prst="rect">
            <a:avLst/>
          </a:prstGeom>
          <a:noFill/>
          <a:ln/>
        </p:spPr>
        <p:txBody>
          <a:bodyPr wrap="none" lIns="0" tIns="0" rIns="0" bIns="0" rtlCol="0" anchor="t"/>
          <a:lstStyle/>
          <a:p>
            <a:pPr marL="0" indent="0" algn="l">
              <a:lnSpc>
                <a:spcPts val="4800"/>
              </a:lnSpc>
              <a:buNone/>
            </a:pPr>
            <a:r>
              <a:rPr lang="en-US" sz="3850" b="1" dirty="0">
                <a:solidFill>
                  <a:srgbClr val="000000"/>
                </a:solidFill>
                <a:latin typeface="Inter Bold" pitchFamily="34" charset="0"/>
                <a:ea typeface="Inter Bold" pitchFamily="34" charset="-122"/>
                <a:cs typeface="Inter Bold" pitchFamily="34" charset="-120"/>
              </a:rPr>
              <a:t>Analytical, Predictive &amp; Control Research Objectives</a:t>
            </a:r>
            <a:endParaRPr lang="en-US" sz="3850" dirty="0"/>
          </a:p>
        </p:txBody>
      </p:sp>
      <p:sp>
        <p:nvSpPr>
          <p:cNvPr id="3" name="Text 1">
            <a:extLst>
              <a:ext uri="{FF2B5EF4-FFF2-40B4-BE49-F238E27FC236}">
                <a16:creationId xmlns:a16="http://schemas.microsoft.com/office/drawing/2014/main" id="{65506C3E-BA86-E693-4EC3-4E90A0EE518B}"/>
              </a:ext>
            </a:extLst>
          </p:cNvPr>
          <p:cNvSpPr/>
          <p:nvPr/>
        </p:nvSpPr>
        <p:spPr>
          <a:xfrm>
            <a:off x="2551708" y="2117765"/>
            <a:ext cx="2733199" cy="307538"/>
          </a:xfrm>
          <a:prstGeom prst="rect">
            <a:avLst/>
          </a:prstGeom>
          <a:noFill/>
          <a:ln/>
        </p:spPr>
        <p:txBody>
          <a:bodyPr wrap="none" lIns="0" tIns="0" rIns="0" bIns="0" rtlCol="0" anchor="t"/>
          <a:lstStyle/>
          <a:p>
            <a:pPr marL="0" indent="0" algn="r">
              <a:lnSpc>
                <a:spcPts val="2400"/>
              </a:lnSpc>
              <a:buNone/>
            </a:pPr>
            <a:r>
              <a:rPr lang="en-US" sz="1900" b="1" dirty="0">
                <a:solidFill>
                  <a:srgbClr val="272525"/>
                </a:solidFill>
                <a:latin typeface="Inter Bold" pitchFamily="34" charset="0"/>
                <a:ea typeface="Inter Bold" pitchFamily="34" charset="-122"/>
                <a:cs typeface="Inter Bold" pitchFamily="34" charset="-120"/>
              </a:rPr>
              <a:t>Explanatory/Analytical</a:t>
            </a:r>
            <a:endParaRPr lang="en-US" sz="1900" dirty="0"/>
          </a:p>
        </p:txBody>
      </p:sp>
      <p:sp>
        <p:nvSpPr>
          <p:cNvPr id="4" name="Text 2">
            <a:extLst>
              <a:ext uri="{FF2B5EF4-FFF2-40B4-BE49-F238E27FC236}">
                <a16:creationId xmlns:a16="http://schemas.microsoft.com/office/drawing/2014/main" id="{A73C7424-6C69-978F-476B-797E8FEB477C}"/>
              </a:ext>
            </a:extLst>
          </p:cNvPr>
          <p:cNvSpPr/>
          <p:nvPr/>
        </p:nvSpPr>
        <p:spPr>
          <a:xfrm>
            <a:off x="1273215" y="2543413"/>
            <a:ext cx="4011692" cy="944404"/>
          </a:xfrm>
          <a:prstGeom prst="rect">
            <a:avLst/>
          </a:prstGeom>
          <a:noFill/>
          <a:ln/>
        </p:spPr>
        <p:txBody>
          <a:bodyPr wrap="square" lIns="0" tIns="0" rIns="0" bIns="0" rtlCol="0" anchor="t"/>
          <a:lstStyle/>
          <a:p>
            <a:pPr marL="0" indent="0" algn="r">
              <a:lnSpc>
                <a:spcPts val="2450"/>
              </a:lnSpc>
              <a:buNone/>
            </a:pPr>
            <a:r>
              <a:rPr lang="en-US" sz="1550" dirty="0">
                <a:solidFill>
                  <a:srgbClr val="272525"/>
                </a:solidFill>
                <a:latin typeface="Inter" pitchFamily="34" charset="0"/>
                <a:ea typeface="Inter" pitchFamily="34" charset="-122"/>
                <a:cs typeface="Inter" pitchFamily="34" charset="-120"/>
              </a:rPr>
              <a:t>Understanding causes and relationships between variables through hypothesis testing</a:t>
            </a:r>
            <a:endParaRPr lang="en-US" sz="1550" dirty="0"/>
          </a:p>
        </p:txBody>
      </p:sp>
      <p:pic>
        <p:nvPicPr>
          <p:cNvPr id="5" name="Image 0" descr="preencoded.png">
            <a:extLst>
              <a:ext uri="{FF2B5EF4-FFF2-40B4-BE49-F238E27FC236}">
                <a16:creationId xmlns:a16="http://schemas.microsoft.com/office/drawing/2014/main" id="{5B891B51-26D6-808C-2CAA-1983E0A45FAE}"/>
              </a:ext>
            </a:extLst>
          </p:cNvPr>
          <p:cNvPicPr>
            <a:picLocks noChangeAspect="1"/>
          </p:cNvPicPr>
          <p:nvPr/>
        </p:nvPicPr>
        <p:blipFill>
          <a:blip r:embed="rId3"/>
          <a:stretch>
            <a:fillRect/>
          </a:stretch>
        </p:blipFill>
        <p:spPr>
          <a:xfrm>
            <a:off x="5580182" y="1717119"/>
            <a:ext cx="4638318" cy="4638318"/>
          </a:xfrm>
          <a:prstGeom prst="rect">
            <a:avLst/>
          </a:prstGeom>
        </p:spPr>
      </p:pic>
      <p:pic>
        <p:nvPicPr>
          <p:cNvPr id="6" name="Image 1" descr="preencoded.png">
            <a:extLst>
              <a:ext uri="{FF2B5EF4-FFF2-40B4-BE49-F238E27FC236}">
                <a16:creationId xmlns:a16="http://schemas.microsoft.com/office/drawing/2014/main" id="{7932272A-4712-E632-3737-42A745B8E1E6}"/>
              </a:ext>
            </a:extLst>
          </p:cNvPr>
          <p:cNvPicPr>
            <a:picLocks noChangeAspect="1"/>
          </p:cNvPicPr>
          <p:nvPr/>
        </p:nvPicPr>
        <p:blipFill>
          <a:blip r:embed="rId4"/>
          <a:stretch>
            <a:fillRect/>
          </a:stretch>
        </p:blipFill>
        <p:spPr>
          <a:xfrm>
            <a:off x="6604060" y="2704207"/>
            <a:ext cx="294561" cy="368141"/>
          </a:xfrm>
          <a:prstGeom prst="rect">
            <a:avLst/>
          </a:prstGeom>
        </p:spPr>
      </p:pic>
      <p:sp>
        <p:nvSpPr>
          <p:cNvPr id="7" name="Text 3">
            <a:extLst>
              <a:ext uri="{FF2B5EF4-FFF2-40B4-BE49-F238E27FC236}">
                <a16:creationId xmlns:a16="http://schemas.microsoft.com/office/drawing/2014/main" id="{16B6604A-2938-0D68-A9ED-0DEBBF6C6010}"/>
              </a:ext>
            </a:extLst>
          </p:cNvPr>
          <p:cNvSpPr/>
          <p:nvPr/>
        </p:nvSpPr>
        <p:spPr>
          <a:xfrm>
            <a:off x="10513774" y="2275165"/>
            <a:ext cx="2460784" cy="307538"/>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Predictive</a:t>
            </a:r>
            <a:endParaRPr lang="en-US" sz="1900" dirty="0"/>
          </a:p>
        </p:txBody>
      </p:sp>
      <p:sp>
        <p:nvSpPr>
          <p:cNvPr id="8" name="Text 4">
            <a:extLst>
              <a:ext uri="{FF2B5EF4-FFF2-40B4-BE49-F238E27FC236}">
                <a16:creationId xmlns:a16="http://schemas.microsoft.com/office/drawing/2014/main" id="{D32E1452-F2FB-3E51-D6E9-D2281A1B7D9E}"/>
              </a:ext>
            </a:extLst>
          </p:cNvPr>
          <p:cNvSpPr/>
          <p:nvPr/>
        </p:nvSpPr>
        <p:spPr>
          <a:xfrm>
            <a:off x="10513774" y="2700814"/>
            <a:ext cx="4011811" cy="629603"/>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Forecasting future occurrences based on current and historical data patterns</a:t>
            </a:r>
            <a:endParaRPr lang="en-US" sz="1550" dirty="0"/>
          </a:p>
        </p:txBody>
      </p:sp>
      <p:pic>
        <p:nvPicPr>
          <p:cNvPr id="9" name="Image 2" descr="preencoded.png">
            <a:extLst>
              <a:ext uri="{FF2B5EF4-FFF2-40B4-BE49-F238E27FC236}">
                <a16:creationId xmlns:a16="http://schemas.microsoft.com/office/drawing/2014/main" id="{0E25DB77-99DA-6C00-A3FC-02FD65B33A9D}"/>
              </a:ext>
            </a:extLst>
          </p:cNvPr>
          <p:cNvPicPr>
            <a:picLocks noChangeAspect="1"/>
          </p:cNvPicPr>
          <p:nvPr/>
        </p:nvPicPr>
        <p:blipFill>
          <a:blip r:embed="rId5"/>
          <a:stretch>
            <a:fillRect/>
          </a:stretch>
        </p:blipFill>
        <p:spPr>
          <a:xfrm>
            <a:off x="5580182" y="1717119"/>
            <a:ext cx="4638318" cy="4638318"/>
          </a:xfrm>
          <a:prstGeom prst="rect">
            <a:avLst/>
          </a:prstGeom>
        </p:spPr>
      </p:pic>
      <p:pic>
        <p:nvPicPr>
          <p:cNvPr id="10" name="Image 3" descr="preencoded.png">
            <a:extLst>
              <a:ext uri="{FF2B5EF4-FFF2-40B4-BE49-F238E27FC236}">
                <a16:creationId xmlns:a16="http://schemas.microsoft.com/office/drawing/2014/main" id="{1F02D363-B98A-1467-373D-744A5300AA87}"/>
              </a:ext>
            </a:extLst>
          </p:cNvPr>
          <p:cNvPicPr>
            <a:picLocks noChangeAspect="1"/>
          </p:cNvPicPr>
          <p:nvPr/>
        </p:nvPicPr>
        <p:blipFill>
          <a:blip r:embed="rId6"/>
          <a:stretch>
            <a:fillRect/>
          </a:stretch>
        </p:blipFill>
        <p:spPr>
          <a:xfrm>
            <a:off x="8899823" y="2704207"/>
            <a:ext cx="294561" cy="368141"/>
          </a:xfrm>
          <a:prstGeom prst="rect">
            <a:avLst/>
          </a:prstGeom>
        </p:spPr>
      </p:pic>
      <p:sp>
        <p:nvSpPr>
          <p:cNvPr id="11" name="Text 5">
            <a:extLst>
              <a:ext uri="{FF2B5EF4-FFF2-40B4-BE49-F238E27FC236}">
                <a16:creationId xmlns:a16="http://schemas.microsoft.com/office/drawing/2014/main" id="{D719F1E5-DDC3-E110-DF6F-2DC3F0030AEB}"/>
              </a:ext>
            </a:extLst>
          </p:cNvPr>
          <p:cNvSpPr/>
          <p:nvPr/>
        </p:nvSpPr>
        <p:spPr>
          <a:xfrm>
            <a:off x="10513774" y="4584621"/>
            <a:ext cx="2460784" cy="307538"/>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Control</a:t>
            </a:r>
            <a:endParaRPr lang="en-US" sz="1900" dirty="0"/>
          </a:p>
        </p:txBody>
      </p:sp>
      <p:sp>
        <p:nvSpPr>
          <p:cNvPr id="12" name="Text 6">
            <a:extLst>
              <a:ext uri="{FF2B5EF4-FFF2-40B4-BE49-F238E27FC236}">
                <a16:creationId xmlns:a16="http://schemas.microsoft.com/office/drawing/2014/main" id="{0D737AC3-D2BD-222F-0370-A6D10C9ABF1A}"/>
              </a:ext>
            </a:extLst>
          </p:cNvPr>
          <p:cNvSpPr/>
          <p:nvPr/>
        </p:nvSpPr>
        <p:spPr>
          <a:xfrm>
            <a:off x="10513774" y="5010269"/>
            <a:ext cx="4011811" cy="944404"/>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Manipulating conditions to achieve desired outcomes once phenomena are understood</a:t>
            </a:r>
            <a:endParaRPr lang="en-US" sz="1550" dirty="0"/>
          </a:p>
        </p:txBody>
      </p:sp>
      <p:pic>
        <p:nvPicPr>
          <p:cNvPr id="13" name="Image 4" descr="preencoded.png">
            <a:extLst>
              <a:ext uri="{FF2B5EF4-FFF2-40B4-BE49-F238E27FC236}">
                <a16:creationId xmlns:a16="http://schemas.microsoft.com/office/drawing/2014/main" id="{4A4C01FA-E2BC-6E94-A70E-770CE2C56FC9}"/>
              </a:ext>
            </a:extLst>
          </p:cNvPr>
          <p:cNvPicPr>
            <a:picLocks noChangeAspect="1"/>
          </p:cNvPicPr>
          <p:nvPr/>
        </p:nvPicPr>
        <p:blipFill>
          <a:blip r:embed="rId7"/>
          <a:stretch>
            <a:fillRect/>
          </a:stretch>
        </p:blipFill>
        <p:spPr>
          <a:xfrm>
            <a:off x="5580182" y="1717119"/>
            <a:ext cx="4638318" cy="4638318"/>
          </a:xfrm>
          <a:prstGeom prst="rect">
            <a:avLst/>
          </a:prstGeom>
        </p:spPr>
      </p:pic>
      <p:pic>
        <p:nvPicPr>
          <p:cNvPr id="14" name="Image 5" descr="preencoded.png">
            <a:extLst>
              <a:ext uri="{FF2B5EF4-FFF2-40B4-BE49-F238E27FC236}">
                <a16:creationId xmlns:a16="http://schemas.microsoft.com/office/drawing/2014/main" id="{56C86EBC-C9ED-CC41-8CF4-EFDC1AB598A9}"/>
              </a:ext>
            </a:extLst>
          </p:cNvPr>
          <p:cNvPicPr>
            <a:picLocks noChangeAspect="1"/>
          </p:cNvPicPr>
          <p:nvPr/>
        </p:nvPicPr>
        <p:blipFill>
          <a:blip r:embed="rId8"/>
          <a:stretch>
            <a:fillRect/>
          </a:stretch>
        </p:blipFill>
        <p:spPr>
          <a:xfrm>
            <a:off x="8899823" y="4999970"/>
            <a:ext cx="294561" cy="368141"/>
          </a:xfrm>
          <a:prstGeom prst="rect">
            <a:avLst/>
          </a:prstGeom>
        </p:spPr>
      </p:pic>
      <p:sp>
        <p:nvSpPr>
          <p:cNvPr id="15" name="Text 7">
            <a:extLst>
              <a:ext uri="{FF2B5EF4-FFF2-40B4-BE49-F238E27FC236}">
                <a16:creationId xmlns:a16="http://schemas.microsoft.com/office/drawing/2014/main" id="{9965729A-E1AD-9BEF-8F7D-BDE0CDA882F3}"/>
              </a:ext>
            </a:extLst>
          </p:cNvPr>
          <p:cNvSpPr/>
          <p:nvPr/>
        </p:nvSpPr>
        <p:spPr>
          <a:xfrm>
            <a:off x="2763639" y="4584621"/>
            <a:ext cx="2521268" cy="307538"/>
          </a:xfrm>
          <a:prstGeom prst="rect">
            <a:avLst/>
          </a:prstGeom>
          <a:noFill/>
          <a:ln/>
        </p:spPr>
        <p:txBody>
          <a:bodyPr wrap="none" lIns="0" tIns="0" rIns="0" bIns="0" rtlCol="0" anchor="t"/>
          <a:lstStyle/>
          <a:p>
            <a:pPr marL="0" indent="0" algn="r">
              <a:lnSpc>
                <a:spcPts val="2400"/>
              </a:lnSpc>
              <a:buNone/>
            </a:pPr>
            <a:r>
              <a:rPr lang="en-US" sz="1900" b="1" dirty="0">
                <a:solidFill>
                  <a:srgbClr val="272525"/>
                </a:solidFill>
                <a:latin typeface="Inter Bold" pitchFamily="34" charset="0"/>
                <a:ea typeface="Inter Bold" pitchFamily="34" charset="-122"/>
                <a:cs typeface="Inter Bold" pitchFamily="34" charset="-120"/>
              </a:rPr>
              <a:t>Theory Development</a:t>
            </a:r>
            <a:endParaRPr lang="en-US" sz="1900" dirty="0"/>
          </a:p>
        </p:txBody>
      </p:sp>
      <p:sp>
        <p:nvSpPr>
          <p:cNvPr id="16" name="Text 8">
            <a:extLst>
              <a:ext uri="{FF2B5EF4-FFF2-40B4-BE49-F238E27FC236}">
                <a16:creationId xmlns:a16="http://schemas.microsoft.com/office/drawing/2014/main" id="{2F856CE3-BCF9-5C9E-F8A3-1FD39D698DD1}"/>
              </a:ext>
            </a:extLst>
          </p:cNvPr>
          <p:cNvSpPr/>
          <p:nvPr/>
        </p:nvSpPr>
        <p:spPr>
          <a:xfrm>
            <a:off x="1273215" y="5010269"/>
            <a:ext cx="4011692" cy="944404"/>
          </a:xfrm>
          <a:prstGeom prst="rect">
            <a:avLst/>
          </a:prstGeom>
          <a:noFill/>
          <a:ln/>
        </p:spPr>
        <p:txBody>
          <a:bodyPr wrap="square" lIns="0" tIns="0" rIns="0" bIns="0" rtlCol="0" anchor="t"/>
          <a:lstStyle/>
          <a:p>
            <a:pPr marL="0" indent="0" algn="r">
              <a:lnSpc>
                <a:spcPts val="2450"/>
              </a:lnSpc>
              <a:buNone/>
            </a:pPr>
            <a:r>
              <a:rPr lang="en-US" sz="1550" dirty="0">
                <a:solidFill>
                  <a:srgbClr val="272525"/>
                </a:solidFill>
                <a:latin typeface="Inter" pitchFamily="34" charset="0"/>
                <a:ea typeface="Inter" pitchFamily="34" charset="-122"/>
                <a:cs typeface="Inter" pitchFamily="34" charset="-120"/>
              </a:rPr>
              <a:t>Formulating new theories or refining existing ones through evidence and experimentation</a:t>
            </a:r>
            <a:endParaRPr lang="en-US" sz="1550" dirty="0"/>
          </a:p>
        </p:txBody>
      </p:sp>
      <p:pic>
        <p:nvPicPr>
          <p:cNvPr id="17" name="Image 6" descr="preencoded.png">
            <a:extLst>
              <a:ext uri="{FF2B5EF4-FFF2-40B4-BE49-F238E27FC236}">
                <a16:creationId xmlns:a16="http://schemas.microsoft.com/office/drawing/2014/main" id="{E94ED64F-27A4-9493-0EF7-559F9682E9BB}"/>
              </a:ext>
            </a:extLst>
          </p:cNvPr>
          <p:cNvPicPr>
            <a:picLocks noChangeAspect="1"/>
          </p:cNvPicPr>
          <p:nvPr/>
        </p:nvPicPr>
        <p:blipFill>
          <a:blip r:embed="rId9"/>
          <a:stretch>
            <a:fillRect/>
          </a:stretch>
        </p:blipFill>
        <p:spPr>
          <a:xfrm>
            <a:off x="5580182" y="1717119"/>
            <a:ext cx="4638318" cy="4638318"/>
          </a:xfrm>
          <a:prstGeom prst="rect">
            <a:avLst/>
          </a:prstGeom>
        </p:spPr>
      </p:pic>
      <p:pic>
        <p:nvPicPr>
          <p:cNvPr id="18" name="Image 7" descr="preencoded.png">
            <a:extLst>
              <a:ext uri="{FF2B5EF4-FFF2-40B4-BE49-F238E27FC236}">
                <a16:creationId xmlns:a16="http://schemas.microsoft.com/office/drawing/2014/main" id="{60032907-1531-3745-78CA-980D6D239838}"/>
              </a:ext>
            </a:extLst>
          </p:cNvPr>
          <p:cNvPicPr>
            <a:picLocks noChangeAspect="1"/>
          </p:cNvPicPr>
          <p:nvPr/>
        </p:nvPicPr>
        <p:blipFill>
          <a:blip r:embed="rId10"/>
          <a:stretch>
            <a:fillRect/>
          </a:stretch>
        </p:blipFill>
        <p:spPr>
          <a:xfrm>
            <a:off x="6604060" y="4999970"/>
            <a:ext cx="294561" cy="368141"/>
          </a:xfrm>
          <a:prstGeom prst="rect">
            <a:avLst/>
          </a:prstGeom>
        </p:spPr>
      </p:pic>
      <p:sp>
        <p:nvSpPr>
          <p:cNvPr id="19" name="Text 9">
            <a:extLst>
              <a:ext uri="{FF2B5EF4-FFF2-40B4-BE49-F238E27FC236}">
                <a16:creationId xmlns:a16="http://schemas.microsoft.com/office/drawing/2014/main" id="{B7CBAEB6-2CC3-2F9F-FFEE-3C040E6F3F0D}"/>
              </a:ext>
            </a:extLst>
          </p:cNvPr>
          <p:cNvSpPr/>
          <p:nvPr/>
        </p:nvSpPr>
        <p:spPr>
          <a:xfrm>
            <a:off x="1273215" y="6576893"/>
            <a:ext cx="13252371" cy="944404"/>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These advanced research objectives build upon exploratory and descriptive foundations. Analytical research seeks to explain </a:t>
            </a:r>
            <a:r>
              <a:rPr lang="en-US" sz="1550" b="1" dirty="0">
                <a:solidFill>
                  <a:srgbClr val="272525"/>
                </a:solidFill>
                <a:latin typeface="Inter" pitchFamily="34" charset="0"/>
                <a:ea typeface="Inter" pitchFamily="34" charset="-122"/>
                <a:cs typeface="Inter" pitchFamily="34" charset="-120"/>
              </a:rPr>
              <a:t>why</a:t>
            </a:r>
            <a:r>
              <a:rPr lang="en-US" sz="1550" dirty="0">
                <a:solidFill>
                  <a:srgbClr val="272525"/>
                </a:solidFill>
                <a:latin typeface="Inter" pitchFamily="34" charset="0"/>
                <a:ea typeface="Inter" pitchFamily="34" charset="-122"/>
                <a:cs typeface="Inter" pitchFamily="34" charset="-120"/>
              </a:rPr>
              <a:t> phenomena occur, while predictive research uses patterns to forecast future events. Control-oriented research applies understanding to manipulate conditions, and theory development extends knowledge boundaries through logical frameworks.</a:t>
            </a:r>
            <a:endParaRPr lang="en-US" sz="1550" dirty="0"/>
          </a:p>
        </p:txBody>
      </p:sp>
    </p:spTree>
    <p:extLst>
      <p:ext uri="{BB962C8B-B14F-4D97-AF65-F5344CB8AC3E}">
        <p14:creationId xmlns:p14="http://schemas.microsoft.com/office/powerpoint/2010/main" val="586399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A8D91C7-4374-594C-8F6D-DC13CE28655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88F2D2E-1A1C-5E77-DA35-9AA629E1D9B4}"/>
              </a:ext>
            </a:extLst>
          </p:cNvPr>
          <p:cNvSpPr/>
          <p:nvPr/>
        </p:nvSpPr>
        <p:spPr>
          <a:xfrm>
            <a:off x="1272183" y="841534"/>
            <a:ext cx="7895034" cy="1115139"/>
          </a:xfrm>
          <a:prstGeom prst="rect">
            <a:avLst/>
          </a:prstGeom>
          <a:noFill/>
          <a:ln/>
        </p:spPr>
        <p:txBody>
          <a:bodyPr wrap="square" lIns="0" tIns="0" rIns="0" bIns="0" rtlCol="0" anchor="t"/>
          <a:lstStyle/>
          <a:p>
            <a:pPr marL="0" indent="0" algn="l">
              <a:lnSpc>
                <a:spcPts val="4350"/>
              </a:lnSpc>
              <a:buNone/>
            </a:pPr>
            <a:r>
              <a:rPr lang="en-US" sz="3500" b="1" dirty="0">
                <a:solidFill>
                  <a:srgbClr val="000000"/>
                </a:solidFill>
                <a:latin typeface="Inter Bold" pitchFamily="34" charset="0"/>
                <a:ea typeface="Inter Bold" pitchFamily="34" charset="-122"/>
                <a:cs typeface="Inter Bold" pitchFamily="34" charset="-120"/>
              </a:rPr>
              <a:t>Research in Academia: Expanding Horizons</a:t>
            </a:r>
            <a:endParaRPr lang="en-US" sz="3500" dirty="0"/>
          </a:p>
        </p:txBody>
      </p:sp>
      <p:sp>
        <p:nvSpPr>
          <p:cNvPr id="3" name="Shape 1">
            <a:extLst>
              <a:ext uri="{FF2B5EF4-FFF2-40B4-BE49-F238E27FC236}">
                <a16:creationId xmlns:a16="http://schemas.microsoft.com/office/drawing/2014/main" id="{61BD4A48-7631-F47D-A043-D1E8F2E3F78F}"/>
              </a:ext>
            </a:extLst>
          </p:cNvPr>
          <p:cNvSpPr/>
          <p:nvPr/>
        </p:nvSpPr>
        <p:spPr>
          <a:xfrm>
            <a:off x="1272183" y="2224326"/>
            <a:ext cx="401479" cy="401479"/>
          </a:xfrm>
          <a:prstGeom prst="roundRect">
            <a:avLst>
              <a:gd name="adj" fmla="val 18669"/>
            </a:avLst>
          </a:prstGeom>
          <a:solidFill>
            <a:srgbClr val="DADBF1"/>
          </a:solidFill>
          <a:ln w="7620">
            <a:solidFill>
              <a:srgbClr val="C0C1D7"/>
            </a:solidFill>
            <a:prstDash val="solid"/>
          </a:ln>
        </p:spPr>
      </p:sp>
      <p:pic>
        <p:nvPicPr>
          <p:cNvPr id="4" name="Image 1" descr="preencoded.png">
            <a:extLst>
              <a:ext uri="{FF2B5EF4-FFF2-40B4-BE49-F238E27FC236}">
                <a16:creationId xmlns:a16="http://schemas.microsoft.com/office/drawing/2014/main" id="{5121F207-28D7-A77B-BD67-72E8D26EBC8C}"/>
              </a:ext>
            </a:extLst>
          </p:cNvPr>
          <p:cNvPicPr>
            <a:picLocks noChangeAspect="1"/>
          </p:cNvPicPr>
          <p:nvPr/>
        </p:nvPicPr>
        <p:blipFill>
          <a:blip r:embed="rId3"/>
          <a:stretch>
            <a:fillRect/>
          </a:stretch>
        </p:blipFill>
        <p:spPr>
          <a:xfrm>
            <a:off x="1339096" y="2257782"/>
            <a:ext cx="267653" cy="334566"/>
          </a:xfrm>
          <a:prstGeom prst="rect">
            <a:avLst/>
          </a:prstGeom>
        </p:spPr>
      </p:pic>
      <p:sp>
        <p:nvSpPr>
          <p:cNvPr id="5" name="Text 2">
            <a:extLst>
              <a:ext uri="{FF2B5EF4-FFF2-40B4-BE49-F238E27FC236}">
                <a16:creationId xmlns:a16="http://schemas.microsoft.com/office/drawing/2014/main" id="{FD37BE31-F9E6-122C-C988-62C0AACCD72E}"/>
              </a:ext>
            </a:extLst>
          </p:cNvPr>
          <p:cNvSpPr/>
          <p:nvPr/>
        </p:nvSpPr>
        <p:spPr>
          <a:xfrm>
            <a:off x="1852017" y="2285643"/>
            <a:ext cx="2419826" cy="278844"/>
          </a:xfrm>
          <a:prstGeom prst="rect">
            <a:avLst/>
          </a:prstGeom>
          <a:noFill/>
          <a:ln/>
        </p:spPr>
        <p:txBody>
          <a:bodyPr wrap="non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Knowledge Expansion</a:t>
            </a:r>
            <a:endParaRPr lang="en-US" sz="1750" dirty="0"/>
          </a:p>
        </p:txBody>
      </p:sp>
      <p:sp>
        <p:nvSpPr>
          <p:cNvPr id="6" name="Text 3">
            <a:extLst>
              <a:ext uri="{FF2B5EF4-FFF2-40B4-BE49-F238E27FC236}">
                <a16:creationId xmlns:a16="http://schemas.microsoft.com/office/drawing/2014/main" id="{D6C6951B-2B28-020C-85DC-A0B676A5D43C}"/>
              </a:ext>
            </a:extLst>
          </p:cNvPr>
          <p:cNvSpPr/>
          <p:nvPr/>
        </p:nvSpPr>
        <p:spPr>
          <a:xfrm>
            <a:off x="1852017" y="2671524"/>
            <a:ext cx="3256240" cy="1998583"/>
          </a:xfrm>
          <a:prstGeom prst="rect">
            <a:avLst/>
          </a:prstGeom>
          <a:noFill/>
          <a:ln/>
        </p:spPr>
        <p:txBody>
          <a:bodyPr wrap="square" lIns="0" tIns="0" rIns="0" bIns="0" rtlCol="0" anchor="t"/>
          <a:lstStyle/>
          <a:p>
            <a:pPr marL="0" indent="0" algn="l">
              <a:lnSpc>
                <a:spcPts val="2200"/>
              </a:lnSpc>
              <a:buNone/>
            </a:pPr>
            <a:r>
              <a:rPr lang="en-US" sz="1400" dirty="0">
                <a:solidFill>
                  <a:srgbClr val="272525"/>
                </a:solidFill>
                <a:latin typeface="Inter" pitchFamily="34" charset="0"/>
                <a:ea typeface="Inter" pitchFamily="34" charset="-122"/>
                <a:cs typeface="Inter" pitchFamily="34" charset="-120"/>
              </a:rPr>
              <a:t>Academic research contributes to disciplinary knowledge bases, fostering intellectual growth and creating foundations for future inquiry. This continuous expansion of understanding drives academic progress across fields.</a:t>
            </a:r>
            <a:endParaRPr lang="en-US" sz="1400" dirty="0"/>
          </a:p>
        </p:txBody>
      </p:sp>
      <p:sp>
        <p:nvSpPr>
          <p:cNvPr id="7" name="Shape 4">
            <a:extLst>
              <a:ext uri="{FF2B5EF4-FFF2-40B4-BE49-F238E27FC236}">
                <a16:creationId xmlns:a16="http://schemas.microsoft.com/office/drawing/2014/main" id="{F013472E-8052-4577-1DCF-D30B00F650D8}"/>
              </a:ext>
            </a:extLst>
          </p:cNvPr>
          <p:cNvSpPr/>
          <p:nvPr/>
        </p:nvSpPr>
        <p:spPr>
          <a:xfrm>
            <a:off x="5331262" y="2224326"/>
            <a:ext cx="401479" cy="401479"/>
          </a:xfrm>
          <a:prstGeom prst="roundRect">
            <a:avLst>
              <a:gd name="adj" fmla="val 18669"/>
            </a:avLst>
          </a:prstGeom>
          <a:solidFill>
            <a:srgbClr val="DADBF1"/>
          </a:solidFill>
          <a:ln w="7620">
            <a:solidFill>
              <a:srgbClr val="C0C1D7"/>
            </a:solidFill>
            <a:prstDash val="solid"/>
          </a:ln>
        </p:spPr>
      </p:sp>
      <p:pic>
        <p:nvPicPr>
          <p:cNvPr id="8" name="Image 2" descr="preencoded.png">
            <a:extLst>
              <a:ext uri="{FF2B5EF4-FFF2-40B4-BE49-F238E27FC236}">
                <a16:creationId xmlns:a16="http://schemas.microsoft.com/office/drawing/2014/main" id="{C3C5C938-43ED-BCE0-D0E0-0010A7597780}"/>
              </a:ext>
            </a:extLst>
          </p:cNvPr>
          <p:cNvPicPr>
            <a:picLocks noChangeAspect="1"/>
          </p:cNvPicPr>
          <p:nvPr/>
        </p:nvPicPr>
        <p:blipFill>
          <a:blip r:embed="rId4"/>
          <a:stretch>
            <a:fillRect/>
          </a:stretch>
        </p:blipFill>
        <p:spPr>
          <a:xfrm>
            <a:off x="5398175" y="2257782"/>
            <a:ext cx="267653" cy="334566"/>
          </a:xfrm>
          <a:prstGeom prst="rect">
            <a:avLst/>
          </a:prstGeom>
        </p:spPr>
      </p:pic>
      <p:sp>
        <p:nvSpPr>
          <p:cNvPr id="9" name="Text 5">
            <a:extLst>
              <a:ext uri="{FF2B5EF4-FFF2-40B4-BE49-F238E27FC236}">
                <a16:creationId xmlns:a16="http://schemas.microsoft.com/office/drawing/2014/main" id="{98A08906-3B77-BB7E-68AA-DA42F11572D1}"/>
              </a:ext>
            </a:extLst>
          </p:cNvPr>
          <p:cNvSpPr/>
          <p:nvPr/>
        </p:nvSpPr>
        <p:spPr>
          <a:xfrm>
            <a:off x="5911096" y="2285643"/>
            <a:ext cx="2721173" cy="278844"/>
          </a:xfrm>
          <a:prstGeom prst="rect">
            <a:avLst/>
          </a:prstGeom>
          <a:noFill/>
          <a:ln/>
        </p:spPr>
        <p:txBody>
          <a:bodyPr wrap="non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Curriculum Development</a:t>
            </a:r>
            <a:endParaRPr lang="en-US" sz="1750" dirty="0"/>
          </a:p>
        </p:txBody>
      </p:sp>
      <p:sp>
        <p:nvSpPr>
          <p:cNvPr id="10" name="Text 6">
            <a:extLst>
              <a:ext uri="{FF2B5EF4-FFF2-40B4-BE49-F238E27FC236}">
                <a16:creationId xmlns:a16="http://schemas.microsoft.com/office/drawing/2014/main" id="{91417B3A-358B-7502-3992-CAB0CC459EB3}"/>
              </a:ext>
            </a:extLst>
          </p:cNvPr>
          <p:cNvSpPr/>
          <p:nvPr/>
        </p:nvSpPr>
        <p:spPr>
          <a:xfrm>
            <a:off x="5911096" y="2671524"/>
            <a:ext cx="3256240" cy="1713071"/>
          </a:xfrm>
          <a:prstGeom prst="rect">
            <a:avLst/>
          </a:prstGeom>
          <a:noFill/>
          <a:ln/>
        </p:spPr>
        <p:txBody>
          <a:bodyPr wrap="square" lIns="0" tIns="0" rIns="0" bIns="0" rtlCol="0" anchor="t"/>
          <a:lstStyle/>
          <a:p>
            <a:pPr marL="0" indent="0" algn="l">
              <a:lnSpc>
                <a:spcPts val="2200"/>
              </a:lnSpc>
              <a:buNone/>
            </a:pPr>
            <a:r>
              <a:rPr lang="en-US" sz="1400" dirty="0">
                <a:solidFill>
                  <a:srgbClr val="272525"/>
                </a:solidFill>
                <a:latin typeface="Inter" pitchFamily="34" charset="0"/>
                <a:ea typeface="Inter" pitchFamily="34" charset="-122"/>
                <a:cs typeface="Inter" pitchFamily="34" charset="-120"/>
              </a:rPr>
              <a:t>Research findings directly influence educational curricula, ensuring that educational content reflects current knowledge, methodologies, and perspectives rather than outdated information.</a:t>
            </a:r>
            <a:endParaRPr lang="en-US" sz="1400" dirty="0"/>
          </a:p>
        </p:txBody>
      </p:sp>
      <p:sp>
        <p:nvSpPr>
          <p:cNvPr id="11" name="Shape 7">
            <a:extLst>
              <a:ext uri="{FF2B5EF4-FFF2-40B4-BE49-F238E27FC236}">
                <a16:creationId xmlns:a16="http://schemas.microsoft.com/office/drawing/2014/main" id="{6E364547-7333-D6A3-93B4-4713D9E54017}"/>
              </a:ext>
            </a:extLst>
          </p:cNvPr>
          <p:cNvSpPr/>
          <p:nvPr/>
        </p:nvSpPr>
        <p:spPr>
          <a:xfrm>
            <a:off x="1272183" y="5026938"/>
            <a:ext cx="401479" cy="401479"/>
          </a:xfrm>
          <a:prstGeom prst="roundRect">
            <a:avLst>
              <a:gd name="adj" fmla="val 18669"/>
            </a:avLst>
          </a:prstGeom>
          <a:solidFill>
            <a:srgbClr val="DADBF1"/>
          </a:solidFill>
          <a:ln w="7620">
            <a:solidFill>
              <a:srgbClr val="C0C1D7"/>
            </a:solidFill>
            <a:prstDash val="solid"/>
          </a:ln>
        </p:spPr>
      </p:sp>
      <p:pic>
        <p:nvPicPr>
          <p:cNvPr id="12" name="Image 3" descr="preencoded.png">
            <a:extLst>
              <a:ext uri="{FF2B5EF4-FFF2-40B4-BE49-F238E27FC236}">
                <a16:creationId xmlns:a16="http://schemas.microsoft.com/office/drawing/2014/main" id="{525CDAC0-A1FC-202E-411E-E47B6CC6B88A}"/>
              </a:ext>
            </a:extLst>
          </p:cNvPr>
          <p:cNvPicPr>
            <a:picLocks noChangeAspect="1"/>
          </p:cNvPicPr>
          <p:nvPr/>
        </p:nvPicPr>
        <p:blipFill>
          <a:blip r:embed="rId5"/>
          <a:stretch>
            <a:fillRect/>
          </a:stretch>
        </p:blipFill>
        <p:spPr>
          <a:xfrm>
            <a:off x="1339096" y="5060394"/>
            <a:ext cx="267653" cy="334566"/>
          </a:xfrm>
          <a:prstGeom prst="rect">
            <a:avLst/>
          </a:prstGeom>
        </p:spPr>
      </p:pic>
      <p:sp>
        <p:nvSpPr>
          <p:cNvPr id="13" name="Text 8">
            <a:extLst>
              <a:ext uri="{FF2B5EF4-FFF2-40B4-BE49-F238E27FC236}">
                <a16:creationId xmlns:a16="http://schemas.microsoft.com/office/drawing/2014/main" id="{B241D196-9461-C705-64FA-6EF8589095DA}"/>
              </a:ext>
            </a:extLst>
          </p:cNvPr>
          <p:cNvSpPr/>
          <p:nvPr/>
        </p:nvSpPr>
        <p:spPr>
          <a:xfrm>
            <a:off x="1852017" y="5088255"/>
            <a:ext cx="2230636" cy="278844"/>
          </a:xfrm>
          <a:prstGeom prst="rect">
            <a:avLst/>
          </a:prstGeom>
          <a:noFill/>
          <a:ln/>
        </p:spPr>
        <p:txBody>
          <a:bodyPr wrap="non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Skill Development</a:t>
            </a:r>
            <a:endParaRPr lang="en-US" sz="1750" dirty="0"/>
          </a:p>
        </p:txBody>
      </p:sp>
      <p:sp>
        <p:nvSpPr>
          <p:cNvPr id="14" name="Text 9">
            <a:extLst>
              <a:ext uri="{FF2B5EF4-FFF2-40B4-BE49-F238E27FC236}">
                <a16:creationId xmlns:a16="http://schemas.microsoft.com/office/drawing/2014/main" id="{F3DECB03-3A7F-7DCE-7677-CAB272D48802}"/>
              </a:ext>
            </a:extLst>
          </p:cNvPr>
          <p:cNvSpPr/>
          <p:nvPr/>
        </p:nvSpPr>
        <p:spPr>
          <a:xfrm>
            <a:off x="1852017" y="5474137"/>
            <a:ext cx="7315200" cy="571024"/>
          </a:xfrm>
          <a:prstGeom prst="rect">
            <a:avLst/>
          </a:prstGeom>
          <a:noFill/>
          <a:ln/>
        </p:spPr>
        <p:txBody>
          <a:bodyPr wrap="square" lIns="0" tIns="0" rIns="0" bIns="0" rtlCol="0" anchor="t"/>
          <a:lstStyle/>
          <a:p>
            <a:pPr marL="0" indent="0" algn="l">
              <a:lnSpc>
                <a:spcPts val="2200"/>
              </a:lnSpc>
              <a:buNone/>
            </a:pPr>
            <a:r>
              <a:rPr lang="en-US" sz="1400" dirty="0">
                <a:solidFill>
                  <a:srgbClr val="272525"/>
                </a:solidFill>
                <a:latin typeface="Inter" pitchFamily="34" charset="0"/>
                <a:ea typeface="Inter" pitchFamily="34" charset="-122"/>
                <a:cs typeface="Inter" pitchFamily="34" charset="-120"/>
              </a:rPr>
              <a:t>Engaging in research cultivates critical thinking, analytical reasoning, and problem-solving abilities among students and scholars, preparing them for complex challenges.</a:t>
            </a:r>
            <a:endParaRPr lang="en-US" sz="1400" dirty="0"/>
          </a:p>
        </p:txBody>
      </p:sp>
      <p:sp>
        <p:nvSpPr>
          <p:cNvPr id="15" name="Text 10">
            <a:extLst>
              <a:ext uri="{FF2B5EF4-FFF2-40B4-BE49-F238E27FC236}">
                <a16:creationId xmlns:a16="http://schemas.microsoft.com/office/drawing/2014/main" id="{3F82020E-9106-A7F5-039A-F4C4A9296B0F}"/>
              </a:ext>
            </a:extLst>
          </p:cNvPr>
          <p:cNvSpPr/>
          <p:nvPr/>
        </p:nvSpPr>
        <p:spPr>
          <a:xfrm>
            <a:off x="1272183" y="6245900"/>
            <a:ext cx="7895034" cy="1142048"/>
          </a:xfrm>
          <a:prstGeom prst="rect">
            <a:avLst/>
          </a:prstGeom>
          <a:noFill/>
          <a:ln/>
        </p:spPr>
        <p:txBody>
          <a:bodyPr wrap="square" lIns="0" tIns="0" rIns="0" bIns="0" rtlCol="0" anchor="t"/>
          <a:lstStyle/>
          <a:p>
            <a:pPr marL="0" indent="0" algn="l">
              <a:lnSpc>
                <a:spcPts val="2200"/>
              </a:lnSpc>
              <a:buNone/>
            </a:pPr>
            <a:r>
              <a:rPr lang="en-US" sz="1400" dirty="0">
                <a:solidFill>
                  <a:srgbClr val="272525"/>
                </a:solidFill>
                <a:latin typeface="Inter" pitchFamily="34" charset="0"/>
                <a:ea typeface="Inter" pitchFamily="34" charset="-122"/>
                <a:cs typeface="Inter" pitchFamily="34" charset="-120"/>
              </a:rPr>
              <a:t>The academic research environment serves as an intellectual laboratory where ideas are tested, refined, and expanded. Scholarly recognition follows meaningful contributions, elevating the status of researchers and their institutions while advancing collective knowledge.</a:t>
            </a:r>
            <a:endParaRPr lang="en-US" sz="1400" dirty="0"/>
          </a:p>
        </p:txBody>
      </p:sp>
    </p:spTree>
    <p:extLst>
      <p:ext uri="{BB962C8B-B14F-4D97-AF65-F5344CB8AC3E}">
        <p14:creationId xmlns:p14="http://schemas.microsoft.com/office/powerpoint/2010/main" val="2948393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2298330-D737-FB70-4AEB-249EDFE9C18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C6900FE-9D92-9B62-3273-2FEEC58F4D5C}"/>
              </a:ext>
            </a:extLst>
          </p:cNvPr>
          <p:cNvSpPr/>
          <p:nvPr/>
        </p:nvSpPr>
        <p:spPr>
          <a:xfrm>
            <a:off x="1190943" y="654606"/>
            <a:ext cx="9943148" cy="575786"/>
          </a:xfrm>
          <a:prstGeom prst="rect">
            <a:avLst/>
          </a:prstGeom>
          <a:noFill/>
          <a:ln/>
        </p:spPr>
        <p:txBody>
          <a:bodyPr wrap="none" lIns="0" tIns="0" rIns="0" bIns="0" rtlCol="0" anchor="t"/>
          <a:lstStyle/>
          <a:p>
            <a:pPr marL="0" indent="0" algn="l">
              <a:lnSpc>
                <a:spcPts val="4500"/>
              </a:lnSpc>
              <a:buNone/>
            </a:pPr>
            <a:r>
              <a:rPr lang="en-US" sz="3600" b="1" dirty="0">
                <a:solidFill>
                  <a:srgbClr val="000000"/>
                </a:solidFill>
                <a:latin typeface="Inter Bold" pitchFamily="34" charset="0"/>
                <a:ea typeface="Inter Bold" pitchFamily="34" charset="-122"/>
                <a:cs typeface="Inter Bold" pitchFamily="34" charset="-120"/>
              </a:rPr>
              <a:t>Research-Driven Policy Making in Education</a:t>
            </a:r>
            <a:endParaRPr lang="en-US" sz="3600" dirty="0"/>
          </a:p>
        </p:txBody>
      </p:sp>
      <p:pic>
        <p:nvPicPr>
          <p:cNvPr id="3" name="Image 0" descr="preencoded.png">
            <a:extLst>
              <a:ext uri="{FF2B5EF4-FFF2-40B4-BE49-F238E27FC236}">
                <a16:creationId xmlns:a16="http://schemas.microsoft.com/office/drawing/2014/main" id="{4F9ECA66-5355-89E3-AF9B-FB0E0B732458}"/>
              </a:ext>
            </a:extLst>
          </p:cNvPr>
          <p:cNvPicPr>
            <a:picLocks noChangeAspect="1"/>
          </p:cNvPicPr>
          <p:nvPr/>
        </p:nvPicPr>
        <p:blipFill>
          <a:blip r:embed="rId3"/>
          <a:stretch>
            <a:fillRect/>
          </a:stretch>
        </p:blipFill>
        <p:spPr>
          <a:xfrm>
            <a:off x="3700661" y="1598771"/>
            <a:ext cx="1650802" cy="1061323"/>
          </a:xfrm>
          <a:prstGeom prst="rect">
            <a:avLst/>
          </a:prstGeom>
        </p:spPr>
      </p:pic>
      <p:pic>
        <p:nvPicPr>
          <p:cNvPr id="4" name="Image 1" descr="preencoded.png">
            <a:extLst>
              <a:ext uri="{FF2B5EF4-FFF2-40B4-BE49-F238E27FC236}">
                <a16:creationId xmlns:a16="http://schemas.microsoft.com/office/drawing/2014/main" id="{4BC60EE0-AAF2-CC46-EEA2-2123614A6692}"/>
              </a:ext>
            </a:extLst>
          </p:cNvPr>
          <p:cNvPicPr>
            <a:picLocks noChangeAspect="1"/>
          </p:cNvPicPr>
          <p:nvPr/>
        </p:nvPicPr>
        <p:blipFill>
          <a:blip r:embed="rId4"/>
          <a:stretch>
            <a:fillRect/>
          </a:stretch>
        </p:blipFill>
        <p:spPr>
          <a:xfrm>
            <a:off x="4396462" y="2099072"/>
            <a:ext cx="259080" cy="323850"/>
          </a:xfrm>
          <a:prstGeom prst="rect">
            <a:avLst/>
          </a:prstGeom>
        </p:spPr>
      </p:pic>
      <p:sp>
        <p:nvSpPr>
          <p:cNvPr id="5" name="Text 1">
            <a:extLst>
              <a:ext uri="{FF2B5EF4-FFF2-40B4-BE49-F238E27FC236}">
                <a16:creationId xmlns:a16="http://schemas.microsoft.com/office/drawing/2014/main" id="{416FCA55-FC7F-8CCE-2D03-CE0C855E46C4}"/>
              </a:ext>
            </a:extLst>
          </p:cNvPr>
          <p:cNvSpPr/>
          <p:nvPr/>
        </p:nvSpPr>
        <p:spPr>
          <a:xfrm>
            <a:off x="5535652" y="1782961"/>
            <a:ext cx="2498527" cy="287774"/>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Policy Implementation</a:t>
            </a:r>
            <a:endParaRPr lang="en-US" sz="1800" dirty="0"/>
          </a:p>
        </p:txBody>
      </p:sp>
      <p:sp>
        <p:nvSpPr>
          <p:cNvPr id="6" name="Text 2">
            <a:extLst>
              <a:ext uri="{FF2B5EF4-FFF2-40B4-BE49-F238E27FC236}">
                <a16:creationId xmlns:a16="http://schemas.microsoft.com/office/drawing/2014/main" id="{4D06737A-7635-DBE6-58E7-B46EB8CB90C5}"/>
              </a:ext>
            </a:extLst>
          </p:cNvPr>
          <p:cNvSpPr/>
          <p:nvPr/>
        </p:nvSpPr>
        <p:spPr>
          <a:xfrm>
            <a:off x="5535652" y="2181225"/>
            <a:ext cx="4100274" cy="294680"/>
          </a:xfrm>
          <a:prstGeom prst="rect">
            <a:avLst/>
          </a:prstGeom>
          <a:noFill/>
          <a:ln/>
        </p:spPr>
        <p:txBody>
          <a:bodyPr wrap="non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Executing evidence-based educational policies</a:t>
            </a:r>
            <a:endParaRPr lang="en-US" sz="1450" dirty="0"/>
          </a:p>
        </p:txBody>
      </p:sp>
      <p:sp>
        <p:nvSpPr>
          <p:cNvPr id="7" name="Shape 3">
            <a:extLst>
              <a:ext uri="{FF2B5EF4-FFF2-40B4-BE49-F238E27FC236}">
                <a16:creationId xmlns:a16="http://schemas.microsoft.com/office/drawing/2014/main" id="{E9446151-2A2A-F5D4-27E8-A82C540A91C8}"/>
              </a:ext>
            </a:extLst>
          </p:cNvPr>
          <p:cNvSpPr/>
          <p:nvPr/>
        </p:nvSpPr>
        <p:spPr>
          <a:xfrm>
            <a:off x="5397421" y="2673548"/>
            <a:ext cx="9088279" cy="11430"/>
          </a:xfrm>
          <a:prstGeom prst="roundRect">
            <a:avLst>
              <a:gd name="adj" fmla="val 677011"/>
            </a:avLst>
          </a:prstGeom>
          <a:solidFill>
            <a:srgbClr val="C0C1D7"/>
          </a:solidFill>
          <a:ln/>
        </p:spPr>
      </p:sp>
      <p:pic>
        <p:nvPicPr>
          <p:cNvPr id="8" name="Image 2" descr="preencoded.png">
            <a:extLst>
              <a:ext uri="{FF2B5EF4-FFF2-40B4-BE49-F238E27FC236}">
                <a16:creationId xmlns:a16="http://schemas.microsoft.com/office/drawing/2014/main" id="{BCC9E13A-A9B1-398B-4304-9F2BB95D8A41}"/>
              </a:ext>
            </a:extLst>
          </p:cNvPr>
          <p:cNvPicPr>
            <a:picLocks noChangeAspect="1"/>
          </p:cNvPicPr>
          <p:nvPr/>
        </p:nvPicPr>
        <p:blipFill>
          <a:blip r:embed="rId5"/>
          <a:stretch>
            <a:fillRect/>
          </a:stretch>
        </p:blipFill>
        <p:spPr>
          <a:xfrm>
            <a:off x="2875201" y="2706053"/>
            <a:ext cx="3301722" cy="1061323"/>
          </a:xfrm>
          <a:prstGeom prst="rect">
            <a:avLst/>
          </a:prstGeom>
        </p:spPr>
      </p:pic>
      <p:pic>
        <p:nvPicPr>
          <p:cNvPr id="9" name="Image 3" descr="preencoded.png">
            <a:extLst>
              <a:ext uri="{FF2B5EF4-FFF2-40B4-BE49-F238E27FC236}">
                <a16:creationId xmlns:a16="http://schemas.microsoft.com/office/drawing/2014/main" id="{D00840DD-8B1F-85E9-A596-0023FFF4274D}"/>
              </a:ext>
            </a:extLst>
          </p:cNvPr>
          <p:cNvPicPr>
            <a:picLocks noChangeAspect="1"/>
          </p:cNvPicPr>
          <p:nvPr/>
        </p:nvPicPr>
        <p:blipFill>
          <a:blip r:embed="rId6"/>
          <a:stretch>
            <a:fillRect/>
          </a:stretch>
        </p:blipFill>
        <p:spPr>
          <a:xfrm>
            <a:off x="4396462" y="3074789"/>
            <a:ext cx="259080" cy="323850"/>
          </a:xfrm>
          <a:prstGeom prst="rect">
            <a:avLst/>
          </a:prstGeom>
        </p:spPr>
      </p:pic>
      <p:sp>
        <p:nvSpPr>
          <p:cNvPr id="10" name="Text 4">
            <a:extLst>
              <a:ext uri="{FF2B5EF4-FFF2-40B4-BE49-F238E27FC236}">
                <a16:creationId xmlns:a16="http://schemas.microsoft.com/office/drawing/2014/main" id="{A1D847D3-60AE-784E-00E5-2E088AC1586F}"/>
              </a:ext>
            </a:extLst>
          </p:cNvPr>
          <p:cNvSpPr/>
          <p:nvPr/>
        </p:nvSpPr>
        <p:spPr>
          <a:xfrm>
            <a:off x="6361113" y="2890242"/>
            <a:ext cx="2303026" cy="287774"/>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Policy Evaluation</a:t>
            </a:r>
            <a:endParaRPr lang="en-US" sz="1800" dirty="0"/>
          </a:p>
        </p:txBody>
      </p:sp>
      <p:sp>
        <p:nvSpPr>
          <p:cNvPr id="11" name="Text 5">
            <a:extLst>
              <a:ext uri="{FF2B5EF4-FFF2-40B4-BE49-F238E27FC236}">
                <a16:creationId xmlns:a16="http://schemas.microsoft.com/office/drawing/2014/main" id="{02138854-EF02-2569-91B8-8CFBEB3B9F0B}"/>
              </a:ext>
            </a:extLst>
          </p:cNvPr>
          <p:cNvSpPr/>
          <p:nvPr/>
        </p:nvSpPr>
        <p:spPr>
          <a:xfrm>
            <a:off x="6361113" y="3288506"/>
            <a:ext cx="4459605" cy="294680"/>
          </a:xfrm>
          <a:prstGeom prst="rect">
            <a:avLst/>
          </a:prstGeom>
          <a:noFill/>
          <a:ln/>
        </p:spPr>
        <p:txBody>
          <a:bodyPr wrap="non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Assessing effectiveness through research methods</a:t>
            </a:r>
            <a:endParaRPr lang="en-US" sz="1450" dirty="0"/>
          </a:p>
        </p:txBody>
      </p:sp>
      <p:sp>
        <p:nvSpPr>
          <p:cNvPr id="12" name="Shape 6">
            <a:extLst>
              <a:ext uri="{FF2B5EF4-FFF2-40B4-BE49-F238E27FC236}">
                <a16:creationId xmlns:a16="http://schemas.microsoft.com/office/drawing/2014/main" id="{9528F3B1-56EE-1AF3-A01C-69AE2419681B}"/>
              </a:ext>
            </a:extLst>
          </p:cNvPr>
          <p:cNvSpPr/>
          <p:nvPr/>
        </p:nvSpPr>
        <p:spPr>
          <a:xfrm>
            <a:off x="6222881" y="3780830"/>
            <a:ext cx="8262818" cy="11430"/>
          </a:xfrm>
          <a:prstGeom prst="roundRect">
            <a:avLst>
              <a:gd name="adj" fmla="val 677011"/>
            </a:avLst>
          </a:prstGeom>
          <a:solidFill>
            <a:srgbClr val="C0C1D7"/>
          </a:solidFill>
          <a:ln/>
        </p:spPr>
      </p:sp>
      <p:pic>
        <p:nvPicPr>
          <p:cNvPr id="13" name="Image 4" descr="preencoded.png">
            <a:extLst>
              <a:ext uri="{FF2B5EF4-FFF2-40B4-BE49-F238E27FC236}">
                <a16:creationId xmlns:a16="http://schemas.microsoft.com/office/drawing/2014/main" id="{BDA222FF-EFEE-8685-35C1-48A1176D8FB7}"/>
              </a:ext>
            </a:extLst>
          </p:cNvPr>
          <p:cNvPicPr>
            <a:picLocks noChangeAspect="1"/>
          </p:cNvPicPr>
          <p:nvPr/>
        </p:nvPicPr>
        <p:blipFill>
          <a:blip r:embed="rId7"/>
          <a:stretch>
            <a:fillRect/>
          </a:stretch>
        </p:blipFill>
        <p:spPr>
          <a:xfrm>
            <a:off x="2049740" y="3813334"/>
            <a:ext cx="4952643" cy="1061323"/>
          </a:xfrm>
          <a:prstGeom prst="rect">
            <a:avLst/>
          </a:prstGeom>
        </p:spPr>
      </p:pic>
      <p:pic>
        <p:nvPicPr>
          <p:cNvPr id="14" name="Image 5" descr="preencoded.png">
            <a:extLst>
              <a:ext uri="{FF2B5EF4-FFF2-40B4-BE49-F238E27FC236}">
                <a16:creationId xmlns:a16="http://schemas.microsoft.com/office/drawing/2014/main" id="{5CFB3407-5765-6C4B-1339-A38C535DD08B}"/>
              </a:ext>
            </a:extLst>
          </p:cNvPr>
          <p:cNvPicPr>
            <a:picLocks noChangeAspect="1"/>
          </p:cNvPicPr>
          <p:nvPr/>
        </p:nvPicPr>
        <p:blipFill>
          <a:blip r:embed="rId8"/>
          <a:stretch>
            <a:fillRect/>
          </a:stretch>
        </p:blipFill>
        <p:spPr>
          <a:xfrm>
            <a:off x="4396462" y="4182070"/>
            <a:ext cx="259080" cy="323850"/>
          </a:xfrm>
          <a:prstGeom prst="rect">
            <a:avLst/>
          </a:prstGeom>
        </p:spPr>
      </p:pic>
      <p:sp>
        <p:nvSpPr>
          <p:cNvPr id="15" name="Text 7">
            <a:extLst>
              <a:ext uri="{FF2B5EF4-FFF2-40B4-BE49-F238E27FC236}">
                <a16:creationId xmlns:a16="http://schemas.microsoft.com/office/drawing/2014/main" id="{FBE5F243-7959-2003-3C72-F80C7B285A33}"/>
              </a:ext>
            </a:extLst>
          </p:cNvPr>
          <p:cNvSpPr/>
          <p:nvPr/>
        </p:nvSpPr>
        <p:spPr>
          <a:xfrm>
            <a:off x="7186573" y="3997523"/>
            <a:ext cx="2303026" cy="287774"/>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Policy Development</a:t>
            </a:r>
            <a:endParaRPr lang="en-US" sz="1800" dirty="0"/>
          </a:p>
        </p:txBody>
      </p:sp>
      <p:sp>
        <p:nvSpPr>
          <p:cNvPr id="16" name="Text 8">
            <a:extLst>
              <a:ext uri="{FF2B5EF4-FFF2-40B4-BE49-F238E27FC236}">
                <a16:creationId xmlns:a16="http://schemas.microsoft.com/office/drawing/2014/main" id="{631D7FA0-EAEF-D28D-675A-B18F21AB5025}"/>
              </a:ext>
            </a:extLst>
          </p:cNvPr>
          <p:cNvSpPr/>
          <p:nvPr/>
        </p:nvSpPr>
        <p:spPr>
          <a:xfrm>
            <a:off x="7186573" y="4395788"/>
            <a:ext cx="4247674" cy="294680"/>
          </a:xfrm>
          <a:prstGeom prst="rect">
            <a:avLst/>
          </a:prstGeom>
          <a:noFill/>
          <a:ln/>
        </p:spPr>
        <p:txBody>
          <a:bodyPr wrap="non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Creating frameworks based on research findings</a:t>
            </a:r>
            <a:endParaRPr lang="en-US" sz="1450" dirty="0"/>
          </a:p>
        </p:txBody>
      </p:sp>
      <p:sp>
        <p:nvSpPr>
          <p:cNvPr id="17" name="Shape 9">
            <a:extLst>
              <a:ext uri="{FF2B5EF4-FFF2-40B4-BE49-F238E27FC236}">
                <a16:creationId xmlns:a16="http://schemas.microsoft.com/office/drawing/2014/main" id="{9925575E-59C8-1543-A162-F3008CB89EDC}"/>
              </a:ext>
            </a:extLst>
          </p:cNvPr>
          <p:cNvSpPr/>
          <p:nvPr/>
        </p:nvSpPr>
        <p:spPr>
          <a:xfrm>
            <a:off x="7048341" y="4888111"/>
            <a:ext cx="7437358" cy="11430"/>
          </a:xfrm>
          <a:prstGeom prst="roundRect">
            <a:avLst>
              <a:gd name="adj" fmla="val 677011"/>
            </a:avLst>
          </a:prstGeom>
          <a:solidFill>
            <a:srgbClr val="C0C1D7"/>
          </a:solidFill>
          <a:ln/>
        </p:spPr>
      </p:sp>
      <p:pic>
        <p:nvPicPr>
          <p:cNvPr id="18" name="Image 6" descr="preencoded.png">
            <a:extLst>
              <a:ext uri="{FF2B5EF4-FFF2-40B4-BE49-F238E27FC236}">
                <a16:creationId xmlns:a16="http://schemas.microsoft.com/office/drawing/2014/main" id="{8FBFE845-99BA-58D9-041F-617D12DFD111}"/>
              </a:ext>
            </a:extLst>
          </p:cNvPr>
          <p:cNvPicPr>
            <a:picLocks noChangeAspect="1"/>
          </p:cNvPicPr>
          <p:nvPr/>
        </p:nvPicPr>
        <p:blipFill>
          <a:blip r:embed="rId9"/>
          <a:stretch>
            <a:fillRect/>
          </a:stretch>
        </p:blipFill>
        <p:spPr>
          <a:xfrm>
            <a:off x="1224280" y="4920615"/>
            <a:ext cx="6603563" cy="1061323"/>
          </a:xfrm>
          <a:prstGeom prst="rect">
            <a:avLst/>
          </a:prstGeom>
        </p:spPr>
      </p:pic>
      <p:pic>
        <p:nvPicPr>
          <p:cNvPr id="19" name="Image 7" descr="preencoded.png">
            <a:extLst>
              <a:ext uri="{FF2B5EF4-FFF2-40B4-BE49-F238E27FC236}">
                <a16:creationId xmlns:a16="http://schemas.microsoft.com/office/drawing/2014/main" id="{EBAFF22D-FF3C-CA14-4C3A-45C63CE65872}"/>
              </a:ext>
            </a:extLst>
          </p:cNvPr>
          <p:cNvPicPr>
            <a:picLocks noChangeAspect="1"/>
          </p:cNvPicPr>
          <p:nvPr/>
        </p:nvPicPr>
        <p:blipFill>
          <a:blip r:embed="rId10"/>
          <a:stretch>
            <a:fillRect/>
          </a:stretch>
        </p:blipFill>
        <p:spPr>
          <a:xfrm>
            <a:off x="4396462" y="5289352"/>
            <a:ext cx="259080" cy="323850"/>
          </a:xfrm>
          <a:prstGeom prst="rect">
            <a:avLst/>
          </a:prstGeom>
        </p:spPr>
      </p:pic>
      <p:sp>
        <p:nvSpPr>
          <p:cNvPr id="20" name="Text 10">
            <a:extLst>
              <a:ext uri="{FF2B5EF4-FFF2-40B4-BE49-F238E27FC236}">
                <a16:creationId xmlns:a16="http://schemas.microsoft.com/office/drawing/2014/main" id="{346C9F71-53F7-BE01-AA01-94EF88D8C2F7}"/>
              </a:ext>
            </a:extLst>
          </p:cNvPr>
          <p:cNvSpPr/>
          <p:nvPr/>
        </p:nvSpPr>
        <p:spPr>
          <a:xfrm>
            <a:off x="8012033" y="5104805"/>
            <a:ext cx="2375773" cy="287774"/>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Research Foundation</a:t>
            </a:r>
            <a:endParaRPr lang="en-US" sz="1800" dirty="0"/>
          </a:p>
        </p:txBody>
      </p:sp>
      <p:sp>
        <p:nvSpPr>
          <p:cNvPr id="21" name="Text 11">
            <a:extLst>
              <a:ext uri="{FF2B5EF4-FFF2-40B4-BE49-F238E27FC236}">
                <a16:creationId xmlns:a16="http://schemas.microsoft.com/office/drawing/2014/main" id="{BEB0C013-81BD-F33E-2932-CE96AC976511}"/>
              </a:ext>
            </a:extLst>
          </p:cNvPr>
          <p:cNvSpPr/>
          <p:nvPr/>
        </p:nvSpPr>
        <p:spPr>
          <a:xfrm>
            <a:off x="8012033" y="5503069"/>
            <a:ext cx="4607719" cy="294680"/>
          </a:xfrm>
          <a:prstGeom prst="rect">
            <a:avLst/>
          </a:prstGeom>
          <a:noFill/>
          <a:ln/>
        </p:spPr>
        <p:txBody>
          <a:bodyPr wrap="non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Gathering evidence and analyzing educational needs</a:t>
            </a:r>
            <a:endParaRPr lang="en-US" sz="1450" dirty="0"/>
          </a:p>
        </p:txBody>
      </p:sp>
      <p:sp>
        <p:nvSpPr>
          <p:cNvPr id="22" name="Text 12">
            <a:extLst>
              <a:ext uri="{FF2B5EF4-FFF2-40B4-BE49-F238E27FC236}">
                <a16:creationId xmlns:a16="http://schemas.microsoft.com/office/drawing/2014/main" id="{392CBEB6-1EDC-84ED-4D56-05C8DD3742E5}"/>
              </a:ext>
            </a:extLst>
          </p:cNvPr>
          <p:cNvSpPr/>
          <p:nvPr/>
        </p:nvSpPr>
        <p:spPr>
          <a:xfrm>
            <a:off x="1190943" y="6189107"/>
            <a:ext cx="13340715" cy="589359"/>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Educational institutions increasingly rely on research to develop, evaluate, and refine policies that enhance learning outcomes and operational effectiveness. This research-to-policy pipeline ensures that educational practices are grounded in evidence rather than tradition or assumption.</a:t>
            </a:r>
            <a:endParaRPr lang="en-US" sz="1450" dirty="0"/>
          </a:p>
        </p:txBody>
      </p:sp>
      <p:sp>
        <p:nvSpPr>
          <p:cNvPr id="23" name="Text 13">
            <a:extLst>
              <a:ext uri="{FF2B5EF4-FFF2-40B4-BE49-F238E27FC236}">
                <a16:creationId xmlns:a16="http://schemas.microsoft.com/office/drawing/2014/main" id="{8F095546-C1BF-4754-D6A4-8D7C01E722F9}"/>
              </a:ext>
            </a:extLst>
          </p:cNvPr>
          <p:cNvSpPr/>
          <p:nvPr/>
        </p:nvSpPr>
        <p:spPr>
          <a:xfrm>
            <a:off x="1190943" y="6985635"/>
            <a:ext cx="13340715" cy="589359"/>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When research informs policy decisions, educational systems become more responsive to actual needs and more effective at achieving their intended outcomes.</a:t>
            </a:r>
            <a:endParaRPr lang="en-US" sz="1450" dirty="0"/>
          </a:p>
        </p:txBody>
      </p:sp>
    </p:spTree>
    <p:extLst>
      <p:ext uri="{BB962C8B-B14F-4D97-AF65-F5344CB8AC3E}">
        <p14:creationId xmlns:p14="http://schemas.microsoft.com/office/powerpoint/2010/main" val="2265226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1B10411-12F2-379D-0881-DD3F8B7EC66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F6C2954-5A7F-3F3B-B98D-E43325DFC7A6}"/>
              </a:ext>
            </a:extLst>
          </p:cNvPr>
          <p:cNvSpPr/>
          <p:nvPr/>
        </p:nvSpPr>
        <p:spPr>
          <a:xfrm>
            <a:off x="1108829" y="2568416"/>
            <a:ext cx="8813006" cy="581858"/>
          </a:xfrm>
          <a:prstGeom prst="rect">
            <a:avLst/>
          </a:prstGeom>
          <a:noFill/>
          <a:ln/>
        </p:spPr>
        <p:txBody>
          <a:bodyPr wrap="none" lIns="0" tIns="0" rIns="0" bIns="0" rtlCol="0" anchor="t"/>
          <a:lstStyle/>
          <a:p>
            <a:pPr marL="0" indent="0" algn="l">
              <a:lnSpc>
                <a:spcPts val="4550"/>
              </a:lnSpc>
              <a:buNone/>
            </a:pPr>
            <a:r>
              <a:rPr lang="en-US" sz="3650" b="1" dirty="0">
                <a:solidFill>
                  <a:srgbClr val="000000"/>
                </a:solidFill>
                <a:latin typeface="Inter Bold" pitchFamily="34" charset="0"/>
                <a:ea typeface="Inter Bold" pitchFamily="34" charset="-122"/>
                <a:cs typeface="Inter Bold" pitchFamily="34" charset="-120"/>
              </a:rPr>
              <a:t>Industrial Research: Driving Innovation</a:t>
            </a:r>
            <a:endParaRPr lang="en-US" sz="3650" dirty="0"/>
          </a:p>
        </p:txBody>
      </p:sp>
      <p:sp>
        <p:nvSpPr>
          <p:cNvPr id="3" name="Shape 1">
            <a:extLst>
              <a:ext uri="{FF2B5EF4-FFF2-40B4-BE49-F238E27FC236}">
                <a16:creationId xmlns:a16="http://schemas.microsoft.com/office/drawing/2014/main" id="{80FCA480-B353-CA84-EB69-A6FE7AD81FBD}"/>
              </a:ext>
            </a:extLst>
          </p:cNvPr>
          <p:cNvSpPr/>
          <p:nvPr/>
        </p:nvSpPr>
        <p:spPr>
          <a:xfrm>
            <a:off x="1108829" y="3987998"/>
            <a:ext cx="4256246" cy="186095"/>
          </a:xfrm>
          <a:prstGeom prst="roundRect">
            <a:avLst>
              <a:gd name="adj" fmla="val 42025"/>
            </a:avLst>
          </a:prstGeom>
          <a:solidFill>
            <a:srgbClr val="DADBF1"/>
          </a:solidFill>
          <a:ln w="7620">
            <a:solidFill>
              <a:srgbClr val="C0C1D7"/>
            </a:solidFill>
            <a:prstDash val="solid"/>
          </a:ln>
        </p:spPr>
      </p:sp>
      <p:sp>
        <p:nvSpPr>
          <p:cNvPr id="4" name="Text 2">
            <a:extLst>
              <a:ext uri="{FF2B5EF4-FFF2-40B4-BE49-F238E27FC236}">
                <a16:creationId xmlns:a16="http://schemas.microsoft.com/office/drawing/2014/main" id="{FEFDF554-61B7-A19D-5B81-67D783608ACB}"/>
              </a:ext>
            </a:extLst>
          </p:cNvPr>
          <p:cNvSpPr/>
          <p:nvPr/>
        </p:nvSpPr>
        <p:spPr>
          <a:xfrm>
            <a:off x="1108829" y="4453295"/>
            <a:ext cx="2551986" cy="29087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Market Understanding</a:t>
            </a:r>
            <a:endParaRPr lang="en-US" sz="1800" dirty="0"/>
          </a:p>
        </p:txBody>
      </p:sp>
      <p:sp>
        <p:nvSpPr>
          <p:cNvPr id="5" name="Text 3">
            <a:extLst>
              <a:ext uri="{FF2B5EF4-FFF2-40B4-BE49-F238E27FC236}">
                <a16:creationId xmlns:a16="http://schemas.microsoft.com/office/drawing/2014/main" id="{CB03A16C-3705-29F9-44C1-727A1FD6428B}"/>
              </a:ext>
            </a:extLst>
          </p:cNvPr>
          <p:cNvSpPr/>
          <p:nvPr/>
        </p:nvSpPr>
        <p:spPr>
          <a:xfrm>
            <a:off x="1108829" y="4855845"/>
            <a:ext cx="4256246" cy="1489472"/>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Research provides critical insights into customer preferences, emerging trends, and competitive dynamics, establishing the foundation for strategic decision-making and product development.</a:t>
            </a:r>
            <a:endParaRPr lang="en-US" sz="1450" dirty="0"/>
          </a:p>
        </p:txBody>
      </p:sp>
      <p:sp>
        <p:nvSpPr>
          <p:cNvPr id="6" name="Shape 4">
            <a:extLst>
              <a:ext uri="{FF2B5EF4-FFF2-40B4-BE49-F238E27FC236}">
                <a16:creationId xmlns:a16="http://schemas.microsoft.com/office/drawing/2014/main" id="{5EAD22D2-0F00-8AB5-2DE7-6619E89F831E}"/>
              </a:ext>
            </a:extLst>
          </p:cNvPr>
          <p:cNvSpPr/>
          <p:nvPr/>
        </p:nvSpPr>
        <p:spPr>
          <a:xfrm>
            <a:off x="5644277" y="3708678"/>
            <a:ext cx="4256246" cy="186095"/>
          </a:xfrm>
          <a:prstGeom prst="roundRect">
            <a:avLst>
              <a:gd name="adj" fmla="val 42025"/>
            </a:avLst>
          </a:prstGeom>
          <a:solidFill>
            <a:srgbClr val="DADBF1"/>
          </a:solidFill>
          <a:ln w="7620">
            <a:solidFill>
              <a:srgbClr val="C0C1D7"/>
            </a:solidFill>
            <a:prstDash val="solid"/>
          </a:ln>
        </p:spPr>
      </p:sp>
      <p:sp>
        <p:nvSpPr>
          <p:cNvPr id="7" name="Text 5">
            <a:extLst>
              <a:ext uri="{FF2B5EF4-FFF2-40B4-BE49-F238E27FC236}">
                <a16:creationId xmlns:a16="http://schemas.microsoft.com/office/drawing/2014/main" id="{9C93F6B1-4DE1-1FD3-EE5C-55E66DCAC6CE}"/>
              </a:ext>
            </a:extLst>
          </p:cNvPr>
          <p:cNvSpPr/>
          <p:nvPr/>
        </p:nvSpPr>
        <p:spPr>
          <a:xfrm>
            <a:off x="5644277" y="4173974"/>
            <a:ext cx="2977634" cy="29087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Innovation &amp; Development</a:t>
            </a:r>
            <a:endParaRPr lang="en-US" sz="1800" dirty="0"/>
          </a:p>
        </p:txBody>
      </p:sp>
      <p:sp>
        <p:nvSpPr>
          <p:cNvPr id="8" name="Text 6">
            <a:extLst>
              <a:ext uri="{FF2B5EF4-FFF2-40B4-BE49-F238E27FC236}">
                <a16:creationId xmlns:a16="http://schemas.microsoft.com/office/drawing/2014/main" id="{A50B1476-2658-A742-7854-B7AA98158C01}"/>
              </a:ext>
            </a:extLst>
          </p:cNvPr>
          <p:cNvSpPr/>
          <p:nvPr/>
        </p:nvSpPr>
        <p:spPr>
          <a:xfrm>
            <a:off x="5644277" y="4576524"/>
            <a:ext cx="4256246" cy="1489472"/>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Building on market understanding, companies leverage research to create new products, services, and technologies that address identified needs and opportunities in the marketplace.</a:t>
            </a:r>
            <a:endParaRPr lang="en-US" sz="1450" dirty="0"/>
          </a:p>
        </p:txBody>
      </p:sp>
      <p:sp>
        <p:nvSpPr>
          <p:cNvPr id="9" name="Shape 7">
            <a:extLst>
              <a:ext uri="{FF2B5EF4-FFF2-40B4-BE49-F238E27FC236}">
                <a16:creationId xmlns:a16="http://schemas.microsoft.com/office/drawing/2014/main" id="{454C545D-9185-0916-1CEB-2AA3AF569907}"/>
              </a:ext>
            </a:extLst>
          </p:cNvPr>
          <p:cNvSpPr/>
          <p:nvPr/>
        </p:nvSpPr>
        <p:spPr>
          <a:xfrm>
            <a:off x="10179725" y="3429476"/>
            <a:ext cx="4256246" cy="186095"/>
          </a:xfrm>
          <a:prstGeom prst="roundRect">
            <a:avLst>
              <a:gd name="adj" fmla="val 42025"/>
            </a:avLst>
          </a:prstGeom>
          <a:solidFill>
            <a:srgbClr val="DADBF1"/>
          </a:solidFill>
          <a:ln w="7620">
            <a:solidFill>
              <a:srgbClr val="C0C1D7"/>
            </a:solidFill>
            <a:prstDash val="solid"/>
          </a:ln>
        </p:spPr>
      </p:sp>
      <p:sp>
        <p:nvSpPr>
          <p:cNvPr id="10" name="Text 8">
            <a:extLst>
              <a:ext uri="{FF2B5EF4-FFF2-40B4-BE49-F238E27FC236}">
                <a16:creationId xmlns:a16="http://schemas.microsoft.com/office/drawing/2014/main" id="{5BE8FD0B-242A-3BD8-B4EB-0BB74C25C17E}"/>
              </a:ext>
            </a:extLst>
          </p:cNvPr>
          <p:cNvSpPr/>
          <p:nvPr/>
        </p:nvSpPr>
        <p:spPr>
          <a:xfrm>
            <a:off x="10179725" y="3894773"/>
            <a:ext cx="2427327" cy="29087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Process Optimization</a:t>
            </a:r>
            <a:endParaRPr lang="en-US" sz="1800" dirty="0"/>
          </a:p>
        </p:txBody>
      </p:sp>
      <p:sp>
        <p:nvSpPr>
          <p:cNvPr id="11" name="Text 9">
            <a:extLst>
              <a:ext uri="{FF2B5EF4-FFF2-40B4-BE49-F238E27FC236}">
                <a16:creationId xmlns:a16="http://schemas.microsoft.com/office/drawing/2014/main" id="{FEC19EEE-C53F-B669-F0D5-C9C0E5B5AC6D}"/>
              </a:ext>
            </a:extLst>
          </p:cNvPr>
          <p:cNvSpPr/>
          <p:nvPr/>
        </p:nvSpPr>
        <p:spPr>
          <a:xfrm>
            <a:off x="10179725" y="4297323"/>
            <a:ext cx="4256246" cy="1191577"/>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Applied research helps businesses refine operational processes, reduce costs, improve quality, and enhance efficiency throughout the production and delivery chain.</a:t>
            </a:r>
            <a:endParaRPr lang="en-US" sz="1450" dirty="0"/>
          </a:p>
        </p:txBody>
      </p:sp>
      <p:sp>
        <p:nvSpPr>
          <p:cNvPr id="12" name="Text 10">
            <a:extLst>
              <a:ext uri="{FF2B5EF4-FFF2-40B4-BE49-F238E27FC236}">
                <a16:creationId xmlns:a16="http://schemas.microsoft.com/office/drawing/2014/main" id="{0BA10A82-B01A-6A7F-A9BF-950C3C6DE177}"/>
              </a:ext>
            </a:extLst>
          </p:cNvPr>
          <p:cNvSpPr/>
          <p:nvPr/>
        </p:nvSpPr>
        <p:spPr>
          <a:xfrm>
            <a:off x="1108829" y="6554748"/>
            <a:ext cx="13327142" cy="595789"/>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In the industrial context, research serves as both compass and engine—guiding strategic direction while powering innovation. Companies that invest in robust research capabilities maintain competitive advantages through continuous improvement and adaptation to changing market conditions.</a:t>
            </a:r>
            <a:endParaRPr lang="en-US" sz="1450" dirty="0"/>
          </a:p>
        </p:txBody>
      </p:sp>
    </p:spTree>
    <p:extLst>
      <p:ext uri="{BB962C8B-B14F-4D97-AF65-F5344CB8AC3E}">
        <p14:creationId xmlns:p14="http://schemas.microsoft.com/office/powerpoint/2010/main" val="3217871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FD2E17A-DD8B-D4F3-7F62-9E5FAD1236F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D1D690-855C-1A49-B3E4-6962FCBD11EB}"/>
              </a:ext>
            </a:extLst>
          </p:cNvPr>
          <p:cNvSpPr/>
          <p:nvPr/>
        </p:nvSpPr>
        <p:spPr>
          <a:xfrm>
            <a:off x="1186696" y="603052"/>
            <a:ext cx="11835884" cy="685324"/>
          </a:xfrm>
          <a:prstGeom prst="rect">
            <a:avLst/>
          </a:prstGeom>
          <a:noFill/>
          <a:ln/>
        </p:spPr>
        <p:txBody>
          <a:bodyPr wrap="none" lIns="0" tIns="0" rIns="0" bIns="0" rtlCol="0" anchor="t"/>
          <a:lstStyle/>
          <a:p>
            <a:pPr marL="0" indent="0" algn="l">
              <a:lnSpc>
                <a:spcPts val="5350"/>
              </a:lnSpc>
              <a:buNone/>
            </a:pPr>
            <a:r>
              <a:rPr lang="en-US" sz="4300" b="1" dirty="0">
                <a:solidFill>
                  <a:srgbClr val="000000"/>
                </a:solidFill>
                <a:latin typeface="Inter Bold" pitchFamily="34" charset="0"/>
                <a:ea typeface="Inter Bold" pitchFamily="34" charset="-122"/>
                <a:cs typeface="Inter Bold" pitchFamily="34" charset="-120"/>
              </a:rPr>
              <a:t>Strategic Business Applications of Research</a:t>
            </a:r>
            <a:endParaRPr lang="en-US" sz="4300" dirty="0"/>
          </a:p>
        </p:txBody>
      </p:sp>
      <p:pic>
        <p:nvPicPr>
          <p:cNvPr id="3" name="Image 0" descr="preencoded.png">
            <a:extLst>
              <a:ext uri="{FF2B5EF4-FFF2-40B4-BE49-F238E27FC236}">
                <a16:creationId xmlns:a16="http://schemas.microsoft.com/office/drawing/2014/main" id="{49279B7A-3A05-E601-91AF-E56BDAF4FBBC}"/>
              </a:ext>
            </a:extLst>
          </p:cNvPr>
          <p:cNvPicPr>
            <a:picLocks noChangeAspect="1"/>
          </p:cNvPicPr>
          <p:nvPr/>
        </p:nvPicPr>
        <p:blipFill>
          <a:blip r:embed="rId3"/>
          <a:stretch>
            <a:fillRect/>
          </a:stretch>
        </p:blipFill>
        <p:spPr>
          <a:xfrm>
            <a:off x="1194316" y="1868448"/>
            <a:ext cx="3138368" cy="3138368"/>
          </a:xfrm>
          <a:prstGeom prst="rect">
            <a:avLst/>
          </a:prstGeom>
        </p:spPr>
      </p:pic>
      <p:pic>
        <p:nvPicPr>
          <p:cNvPr id="4" name="Image 1" descr="preencoded.png">
            <a:extLst>
              <a:ext uri="{FF2B5EF4-FFF2-40B4-BE49-F238E27FC236}">
                <a16:creationId xmlns:a16="http://schemas.microsoft.com/office/drawing/2014/main" id="{3E3BC791-8F42-55D9-C2F2-B8EDEA410FE0}"/>
              </a:ext>
            </a:extLst>
          </p:cNvPr>
          <p:cNvPicPr>
            <a:picLocks noChangeAspect="1"/>
          </p:cNvPicPr>
          <p:nvPr/>
        </p:nvPicPr>
        <p:blipFill>
          <a:blip r:embed="rId4"/>
          <a:stretch>
            <a:fillRect/>
          </a:stretch>
        </p:blipFill>
        <p:spPr>
          <a:xfrm>
            <a:off x="4508063" y="1868448"/>
            <a:ext cx="3138488" cy="3138488"/>
          </a:xfrm>
          <a:prstGeom prst="rect">
            <a:avLst/>
          </a:prstGeom>
        </p:spPr>
      </p:pic>
      <p:pic>
        <p:nvPicPr>
          <p:cNvPr id="5" name="Image 2" descr="preencoded.png">
            <a:extLst>
              <a:ext uri="{FF2B5EF4-FFF2-40B4-BE49-F238E27FC236}">
                <a16:creationId xmlns:a16="http://schemas.microsoft.com/office/drawing/2014/main" id="{A8C0BB08-2E48-E85A-A87A-FE58DD10C393}"/>
              </a:ext>
            </a:extLst>
          </p:cNvPr>
          <p:cNvPicPr>
            <a:picLocks noChangeAspect="1"/>
          </p:cNvPicPr>
          <p:nvPr/>
        </p:nvPicPr>
        <p:blipFill>
          <a:blip r:embed="rId5"/>
          <a:stretch>
            <a:fillRect/>
          </a:stretch>
        </p:blipFill>
        <p:spPr>
          <a:xfrm>
            <a:off x="7821930" y="1868448"/>
            <a:ext cx="3138488" cy="3138488"/>
          </a:xfrm>
          <a:prstGeom prst="rect">
            <a:avLst/>
          </a:prstGeom>
        </p:spPr>
      </p:pic>
      <p:pic>
        <p:nvPicPr>
          <p:cNvPr id="6" name="Image 3" descr="preencoded.png">
            <a:extLst>
              <a:ext uri="{FF2B5EF4-FFF2-40B4-BE49-F238E27FC236}">
                <a16:creationId xmlns:a16="http://schemas.microsoft.com/office/drawing/2014/main" id="{9540D4B2-DE17-8C10-C72F-2843FC7FEF1C}"/>
              </a:ext>
            </a:extLst>
          </p:cNvPr>
          <p:cNvPicPr>
            <a:picLocks noChangeAspect="1"/>
          </p:cNvPicPr>
          <p:nvPr/>
        </p:nvPicPr>
        <p:blipFill>
          <a:blip r:embed="rId6"/>
          <a:stretch>
            <a:fillRect/>
          </a:stretch>
        </p:blipFill>
        <p:spPr>
          <a:xfrm>
            <a:off x="11135797" y="1868448"/>
            <a:ext cx="3138488" cy="3138488"/>
          </a:xfrm>
          <a:prstGeom prst="rect">
            <a:avLst/>
          </a:prstGeom>
        </p:spPr>
      </p:pic>
      <p:sp>
        <p:nvSpPr>
          <p:cNvPr id="7" name="Text 1">
            <a:extLst>
              <a:ext uri="{FF2B5EF4-FFF2-40B4-BE49-F238E27FC236}">
                <a16:creationId xmlns:a16="http://schemas.microsoft.com/office/drawing/2014/main" id="{E96932A4-0C04-32B4-73D7-39C5A740E4A9}"/>
              </a:ext>
            </a:extLst>
          </p:cNvPr>
          <p:cNvSpPr/>
          <p:nvPr/>
        </p:nvSpPr>
        <p:spPr>
          <a:xfrm>
            <a:off x="1186696" y="5395079"/>
            <a:ext cx="13095208" cy="1052632"/>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Inter" pitchFamily="34" charset="0"/>
                <a:ea typeface="Inter" pitchFamily="34" charset="-122"/>
                <a:cs typeface="Inter" pitchFamily="34" charset="-120"/>
              </a:rPr>
              <a:t>Research provides the empirical foundation for strategic business planning, allowing organizations to make evidence-based decisions rather than relying on intuition alone. When companies integrate research into their strategic processes, they increase their ability to identify opportunities, anticipate challenges, and develop effective responses.</a:t>
            </a:r>
            <a:endParaRPr lang="en-US" sz="1700" dirty="0"/>
          </a:p>
        </p:txBody>
      </p:sp>
      <p:sp>
        <p:nvSpPr>
          <p:cNvPr id="8" name="Text 2">
            <a:extLst>
              <a:ext uri="{FF2B5EF4-FFF2-40B4-BE49-F238E27FC236}">
                <a16:creationId xmlns:a16="http://schemas.microsoft.com/office/drawing/2014/main" id="{6F1F7B34-F49C-A8D8-7AD7-8B6CA305E5C3}"/>
              </a:ext>
            </a:extLst>
          </p:cNvPr>
          <p:cNvSpPr/>
          <p:nvPr/>
        </p:nvSpPr>
        <p:spPr>
          <a:xfrm>
            <a:off x="1186696" y="6694408"/>
            <a:ext cx="13095208" cy="1052632"/>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Inter" pitchFamily="34" charset="0"/>
                <a:ea typeface="Inter" pitchFamily="34" charset="-122"/>
                <a:cs typeface="Inter" pitchFamily="34" charset="-120"/>
              </a:rPr>
              <a:t>From solving specific operational problems to informing long-term strategic vision, research equips businesses with the insights needed to navigate complex market environments and sustain growth over time. This systematic approach to gathering and applying knowledge represents a significant competitive advantage in rapidly evolving industries.</a:t>
            </a:r>
            <a:endParaRPr lang="en-US" sz="1700" dirty="0"/>
          </a:p>
        </p:txBody>
      </p:sp>
    </p:spTree>
    <p:extLst>
      <p:ext uri="{BB962C8B-B14F-4D97-AF65-F5344CB8AC3E}">
        <p14:creationId xmlns:p14="http://schemas.microsoft.com/office/powerpoint/2010/main" val="2821105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C0BEE2D-E509-242D-683A-3F9A6DB2549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D9E15EF-E6C8-01AF-18B5-8E730ED327C8}"/>
              </a:ext>
            </a:extLst>
          </p:cNvPr>
          <p:cNvSpPr/>
          <p:nvPr/>
        </p:nvSpPr>
        <p:spPr>
          <a:xfrm>
            <a:off x="5837714" y="581144"/>
            <a:ext cx="8009573" cy="1012746"/>
          </a:xfrm>
          <a:prstGeom prst="rect">
            <a:avLst/>
          </a:prstGeom>
          <a:noFill/>
          <a:ln/>
        </p:spPr>
        <p:txBody>
          <a:bodyPr wrap="square" lIns="0" tIns="0" rIns="0" bIns="0" rtlCol="0" anchor="t"/>
          <a:lstStyle/>
          <a:p>
            <a:pPr marL="0" indent="0" algn="l">
              <a:lnSpc>
                <a:spcPts val="3950"/>
              </a:lnSpc>
              <a:buNone/>
            </a:pPr>
            <a:r>
              <a:rPr lang="en-US" sz="3150" b="1" dirty="0">
                <a:solidFill>
                  <a:srgbClr val="000000"/>
                </a:solidFill>
                <a:latin typeface="Inter Bold" pitchFamily="34" charset="0"/>
                <a:ea typeface="Inter Bold" pitchFamily="34" charset="-122"/>
                <a:cs typeface="Inter Bold" pitchFamily="34" charset="-120"/>
              </a:rPr>
              <a:t>The Future of Research: Interdisciplinary Approaches</a:t>
            </a:r>
            <a:endParaRPr lang="en-US" sz="3150" dirty="0"/>
          </a:p>
        </p:txBody>
      </p:sp>
      <p:sp>
        <p:nvSpPr>
          <p:cNvPr id="3" name="Shape 1">
            <a:extLst>
              <a:ext uri="{FF2B5EF4-FFF2-40B4-BE49-F238E27FC236}">
                <a16:creationId xmlns:a16="http://schemas.microsoft.com/office/drawing/2014/main" id="{BF8ECE6A-9B27-BC76-963D-71699B927364}"/>
              </a:ext>
            </a:extLst>
          </p:cNvPr>
          <p:cNvSpPr/>
          <p:nvPr/>
        </p:nvSpPr>
        <p:spPr>
          <a:xfrm>
            <a:off x="6019998" y="1836896"/>
            <a:ext cx="22860" cy="3632597"/>
          </a:xfrm>
          <a:prstGeom prst="roundRect">
            <a:avLst>
              <a:gd name="adj" fmla="val 297758"/>
            </a:avLst>
          </a:prstGeom>
          <a:solidFill>
            <a:srgbClr val="C0C1D7"/>
          </a:solidFill>
          <a:ln/>
        </p:spPr>
      </p:sp>
      <p:sp>
        <p:nvSpPr>
          <p:cNvPr id="4" name="Shape 2">
            <a:extLst>
              <a:ext uri="{FF2B5EF4-FFF2-40B4-BE49-F238E27FC236}">
                <a16:creationId xmlns:a16="http://schemas.microsoft.com/office/drawing/2014/main" id="{49706FCB-FDCC-52F2-5BF9-7A9292C7418F}"/>
              </a:ext>
            </a:extLst>
          </p:cNvPr>
          <p:cNvSpPr/>
          <p:nvPr/>
        </p:nvSpPr>
        <p:spPr>
          <a:xfrm>
            <a:off x="6179423" y="2007751"/>
            <a:ext cx="486132" cy="22860"/>
          </a:xfrm>
          <a:prstGeom prst="roundRect">
            <a:avLst>
              <a:gd name="adj" fmla="val 297758"/>
            </a:avLst>
          </a:prstGeom>
          <a:solidFill>
            <a:srgbClr val="C0C1D7"/>
          </a:solidFill>
          <a:ln/>
        </p:spPr>
      </p:sp>
      <p:sp>
        <p:nvSpPr>
          <p:cNvPr id="5" name="Shape 3">
            <a:extLst>
              <a:ext uri="{FF2B5EF4-FFF2-40B4-BE49-F238E27FC236}">
                <a16:creationId xmlns:a16="http://schemas.microsoft.com/office/drawing/2014/main" id="{F57DAAC2-4B47-C685-46B3-E64E8E79C75D}"/>
              </a:ext>
            </a:extLst>
          </p:cNvPr>
          <p:cNvSpPr/>
          <p:nvPr/>
        </p:nvSpPr>
        <p:spPr>
          <a:xfrm>
            <a:off x="5837714" y="1836896"/>
            <a:ext cx="364569" cy="364569"/>
          </a:xfrm>
          <a:prstGeom prst="roundRect">
            <a:avLst>
              <a:gd name="adj" fmla="val 18671"/>
            </a:avLst>
          </a:prstGeom>
          <a:solidFill>
            <a:srgbClr val="DADBF1"/>
          </a:solidFill>
          <a:ln w="7620">
            <a:solidFill>
              <a:srgbClr val="C0C1D7"/>
            </a:solidFill>
            <a:prstDash val="solid"/>
          </a:ln>
        </p:spPr>
      </p:sp>
      <p:pic>
        <p:nvPicPr>
          <p:cNvPr id="6" name="Image 1" descr="preencoded.png">
            <a:extLst>
              <a:ext uri="{FF2B5EF4-FFF2-40B4-BE49-F238E27FC236}">
                <a16:creationId xmlns:a16="http://schemas.microsoft.com/office/drawing/2014/main" id="{884293CA-49CE-F1E5-5452-4AF1F0F309CC}"/>
              </a:ext>
            </a:extLst>
          </p:cNvPr>
          <p:cNvPicPr>
            <a:picLocks noChangeAspect="1"/>
          </p:cNvPicPr>
          <p:nvPr/>
        </p:nvPicPr>
        <p:blipFill>
          <a:blip r:embed="rId3"/>
          <a:stretch>
            <a:fillRect/>
          </a:stretch>
        </p:blipFill>
        <p:spPr>
          <a:xfrm>
            <a:off x="5898495" y="1867257"/>
            <a:ext cx="243007" cy="303848"/>
          </a:xfrm>
          <a:prstGeom prst="rect">
            <a:avLst/>
          </a:prstGeom>
        </p:spPr>
      </p:pic>
      <p:sp>
        <p:nvSpPr>
          <p:cNvPr id="7" name="Text 4">
            <a:extLst>
              <a:ext uri="{FF2B5EF4-FFF2-40B4-BE49-F238E27FC236}">
                <a16:creationId xmlns:a16="http://schemas.microsoft.com/office/drawing/2014/main" id="{D972CA9C-706C-4298-B569-3E47BB9D9827}"/>
              </a:ext>
            </a:extLst>
          </p:cNvPr>
          <p:cNvSpPr/>
          <p:nvPr/>
        </p:nvSpPr>
        <p:spPr>
          <a:xfrm>
            <a:off x="6830338" y="1892498"/>
            <a:ext cx="2030968" cy="253127"/>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latin typeface="Inter Bold" pitchFamily="34" charset="0"/>
                <a:ea typeface="Inter Bold" pitchFamily="34" charset="-122"/>
                <a:cs typeface="Inter Bold" pitchFamily="34" charset="-120"/>
              </a:rPr>
              <a:t>Traditional Research</a:t>
            </a:r>
            <a:endParaRPr lang="en-US" sz="1550" dirty="0"/>
          </a:p>
        </p:txBody>
      </p:sp>
      <p:sp>
        <p:nvSpPr>
          <p:cNvPr id="8" name="Text 5">
            <a:extLst>
              <a:ext uri="{FF2B5EF4-FFF2-40B4-BE49-F238E27FC236}">
                <a16:creationId xmlns:a16="http://schemas.microsoft.com/office/drawing/2014/main" id="{2FB43B5F-C63F-2B45-2A3E-95F9593700AA}"/>
              </a:ext>
            </a:extLst>
          </p:cNvPr>
          <p:cNvSpPr/>
          <p:nvPr/>
        </p:nvSpPr>
        <p:spPr>
          <a:xfrm>
            <a:off x="6830338" y="2242780"/>
            <a:ext cx="7016948" cy="25919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Discipline-specific investigations with established methodologies</a:t>
            </a:r>
            <a:endParaRPr lang="en-US" sz="1250" dirty="0"/>
          </a:p>
        </p:txBody>
      </p:sp>
      <p:sp>
        <p:nvSpPr>
          <p:cNvPr id="9" name="Shape 6">
            <a:extLst>
              <a:ext uri="{FF2B5EF4-FFF2-40B4-BE49-F238E27FC236}">
                <a16:creationId xmlns:a16="http://schemas.microsoft.com/office/drawing/2014/main" id="{55063FFC-B930-707D-7843-DB4F44A3662F}"/>
              </a:ext>
            </a:extLst>
          </p:cNvPr>
          <p:cNvSpPr/>
          <p:nvPr/>
        </p:nvSpPr>
        <p:spPr>
          <a:xfrm>
            <a:off x="6179423" y="2996922"/>
            <a:ext cx="486132" cy="22860"/>
          </a:xfrm>
          <a:prstGeom prst="roundRect">
            <a:avLst>
              <a:gd name="adj" fmla="val 297758"/>
            </a:avLst>
          </a:prstGeom>
          <a:solidFill>
            <a:srgbClr val="C0C1D7"/>
          </a:solidFill>
          <a:ln/>
        </p:spPr>
      </p:sp>
      <p:sp>
        <p:nvSpPr>
          <p:cNvPr id="10" name="Shape 7">
            <a:extLst>
              <a:ext uri="{FF2B5EF4-FFF2-40B4-BE49-F238E27FC236}">
                <a16:creationId xmlns:a16="http://schemas.microsoft.com/office/drawing/2014/main" id="{2FB4DAA0-5D53-EECA-051E-BBBD52EBD428}"/>
              </a:ext>
            </a:extLst>
          </p:cNvPr>
          <p:cNvSpPr/>
          <p:nvPr/>
        </p:nvSpPr>
        <p:spPr>
          <a:xfrm>
            <a:off x="5837714" y="2826068"/>
            <a:ext cx="364569" cy="364569"/>
          </a:xfrm>
          <a:prstGeom prst="roundRect">
            <a:avLst>
              <a:gd name="adj" fmla="val 18671"/>
            </a:avLst>
          </a:prstGeom>
          <a:solidFill>
            <a:srgbClr val="DADBF1"/>
          </a:solidFill>
          <a:ln w="7620">
            <a:solidFill>
              <a:srgbClr val="C0C1D7"/>
            </a:solidFill>
            <a:prstDash val="solid"/>
          </a:ln>
        </p:spPr>
      </p:sp>
      <p:pic>
        <p:nvPicPr>
          <p:cNvPr id="11" name="Image 2" descr="preencoded.png">
            <a:extLst>
              <a:ext uri="{FF2B5EF4-FFF2-40B4-BE49-F238E27FC236}">
                <a16:creationId xmlns:a16="http://schemas.microsoft.com/office/drawing/2014/main" id="{7C2B6491-9637-FBC6-5C9F-1FE560A1A7DE}"/>
              </a:ext>
            </a:extLst>
          </p:cNvPr>
          <p:cNvPicPr>
            <a:picLocks noChangeAspect="1"/>
          </p:cNvPicPr>
          <p:nvPr/>
        </p:nvPicPr>
        <p:blipFill>
          <a:blip r:embed="rId4"/>
          <a:stretch>
            <a:fillRect/>
          </a:stretch>
        </p:blipFill>
        <p:spPr>
          <a:xfrm>
            <a:off x="5898495" y="2856428"/>
            <a:ext cx="243007" cy="303848"/>
          </a:xfrm>
          <a:prstGeom prst="rect">
            <a:avLst/>
          </a:prstGeom>
        </p:spPr>
      </p:pic>
      <p:sp>
        <p:nvSpPr>
          <p:cNvPr id="12" name="Text 8">
            <a:extLst>
              <a:ext uri="{FF2B5EF4-FFF2-40B4-BE49-F238E27FC236}">
                <a16:creationId xmlns:a16="http://schemas.microsoft.com/office/drawing/2014/main" id="{1854C3EF-1AB9-C17B-364A-FDAD1BCAEC75}"/>
              </a:ext>
            </a:extLst>
          </p:cNvPr>
          <p:cNvSpPr/>
          <p:nvPr/>
        </p:nvSpPr>
        <p:spPr>
          <a:xfrm>
            <a:off x="6830338" y="2881670"/>
            <a:ext cx="2293620" cy="253127"/>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latin typeface="Inter Bold" pitchFamily="34" charset="0"/>
                <a:ea typeface="Inter Bold" pitchFamily="34" charset="-122"/>
                <a:cs typeface="Inter Bold" pitchFamily="34" charset="-120"/>
              </a:rPr>
              <a:t>Collaborative Research</a:t>
            </a:r>
            <a:endParaRPr lang="en-US" sz="1550" dirty="0"/>
          </a:p>
        </p:txBody>
      </p:sp>
      <p:sp>
        <p:nvSpPr>
          <p:cNvPr id="13" name="Text 9">
            <a:extLst>
              <a:ext uri="{FF2B5EF4-FFF2-40B4-BE49-F238E27FC236}">
                <a16:creationId xmlns:a16="http://schemas.microsoft.com/office/drawing/2014/main" id="{C00F2CFF-3F9D-FF4C-37C6-2999A53A91DC}"/>
              </a:ext>
            </a:extLst>
          </p:cNvPr>
          <p:cNvSpPr/>
          <p:nvPr/>
        </p:nvSpPr>
        <p:spPr>
          <a:xfrm>
            <a:off x="6830338" y="3231952"/>
            <a:ext cx="7016948" cy="25919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Cross-disciplinary partnerships addressing complex problems</a:t>
            </a:r>
            <a:endParaRPr lang="en-US" sz="1250" dirty="0"/>
          </a:p>
        </p:txBody>
      </p:sp>
      <p:sp>
        <p:nvSpPr>
          <p:cNvPr id="14" name="Shape 10">
            <a:extLst>
              <a:ext uri="{FF2B5EF4-FFF2-40B4-BE49-F238E27FC236}">
                <a16:creationId xmlns:a16="http://schemas.microsoft.com/office/drawing/2014/main" id="{EE905FB1-744F-6E26-85E1-6D4FA73D090A}"/>
              </a:ext>
            </a:extLst>
          </p:cNvPr>
          <p:cNvSpPr/>
          <p:nvPr/>
        </p:nvSpPr>
        <p:spPr>
          <a:xfrm>
            <a:off x="6179423" y="3986093"/>
            <a:ext cx="486132" cy="22860"/>
          </a:xfrm>
          <a:prstGeom prst="roundRect">
            <a:avLst>
              <a:gd name="adj" fmla="val 297758"/>
            </a:avLst>
          </a:prstGeom>
          <a:solidFill>
            <a:srgbClr val="C0C1D7"/>
          </a:solidFill>
          <a:ln/>
        </p:spPr>
      </p:sp>
      <p:sp>
        <p:nvSpPr>
          <p:cNvPr id="15" name="Shape 11">
            <a:extLst>
              <a:ext uri="{FF2B5EF4-FFF2-40B4-BE49-F238E27FC236}">
                <a16:creationId xmlns:a16="http://schemas.microsoft.com/office/drawing/2014/main" id="{0B812547-BFE4-6BE7-5182-9FA65B6A8AF1}"/>
              </a:ext>
            </a:extLst>
          </p:cNvPr>
          <p:cNvSpPr/>
          <p:nvPr/>
        </p:nvSpPr>
        <p:spPr>
          <a:xfrm>
            <a:off x="5837714" y="3815239"/>
            <a:ext cx="364569" cy="364569"/>
          </a:xfrm>
          <a:prstGeom prst="roundRect">
            <a:avLst>
              <a:gd name="adj" fmla="val 18671"/>
            </a:avLst>
          </a:prstGeom>
          <a:solidFill>
            <a:srgbClr val="DADBF1"/>
          </a:solidFill>
          <a:ln w="7620">
            <a:solidFill>
              <a:srgbClr val="C0C1D7"/>
            </a:solidFill>
            <a:prstDash val="solid"/>
          </a:ln>
        </p:spPr>
      </p:sp>
      <p:pic>
        <p:nvPicPr>
          <p:cNvPr id="16" name="Image 3" descr="preencoded.png">
            <a:extLst>
              <a:ext uri="{FF2B5EF4-FFF2-40B4-BE49-F238E27FC236}">
                <a16:creationId xmlns:a16="http://schemas.microsoft.com/office/drawing/2014/main" id="{8A6A27CE-8161-6234-E469-02C9B71CB1F1}"/>
              </a:ext>
            </a:extLst>
          </p:cNvPr>
          <p:cNvPicPr>
            <a:picLocks noChangeAspect="1"/>
          </p:cNvPicPr>
          <p:nvPr/>
        </p:nvPicPr>
        <p:blipFill>
          <a:blip r:embed="rId5"/>
          <a:stretch>
            <a:fillRect/>
          </a:stretch>
        </p:blipFill>
        <p:spPr>
          <a:xfrm>
            <a:off x="5898495" y="3845600"/>
            <a:ext cx="243007" cy="303848"/>
          </a:xfrm>
          <a:prstGeom prst="rect">
            <a:avLst/>
          </a:prstGeom>
        </p:spPr>
      </p:pic>
      <p:sp>
        <p:nvSpPr>
          <p:cNvPr id="17" name="Text 12">
            <a:extLst>
              <a:ext uri="{FF2B5EF4-FFF2-40B4-BE49-F238E27FC236}">
                <a16:creationId xmlns:a16="http://schemas.microsoft.com/office/drawing/2014/main" id="{69C0035B-14DA-47A4-FEFA-61BDE2BBBE99}"/>
              </a:ext>
            </a:extLst>
          </p:cNvPr>
          <p:cNvSpPr/>
          <p:nvPr/>
        </p:nvSpPr>
        <p:spPr>
          <a:xfrm>
            <a:off x="6830338" y="3870841"/>
            <a:ext cx="2025729" cy="253127"/>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latin typeface="Inter Bold" pitchFamily="34" charset="0"/>
                <a:ea typeface="Inter Bold" pitchFamily="34" charset="-122"/>
                <a:cs typeface="Inter Bold" pitchFamily="34" charset="-120"/>
              </a:rPr>
              <a:t>Integrated Research</a:t>
            </a:r>
            <a:endParaRPr lang="en-US" sz="1550" dirty="0"/>
          </a:p>
        </p:txBody>
      </p:sp>
      <p:sp>
        <p:nvSpPr>
          <p:cNvPr id="18" name="Text 13">
            <a:extLst>
              <a:ext uri="{FF2B5EF4-FFF2-40B4-BE49-F238E27FC236}">
                <a16:creationId xmlns:a16="http://schemas.microsoft.com/office/drawing/2014/main" id="{2CD7E8F7-19F5-2F5B-3847-04919FD27D5F}"/>
              </a:ext>
            </a:extLst>
          </p:cNvPr>
          <p:cNvSpPr/>
          <p:nvPr/>
        </p:nvSpPr>
        <p:spPr>
          <a:xfrm>
            <a:off x="6830338" y="4221123"/>
            <a:ext cx="7016948" cy="25919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Unified methodological approaches spanning multiple fields</a:t>
            </a:r>
            <a:endParaRPr lang="en-US" sz="1250" dirty="0"/>
          </a:p>
        </p:txBody>
      </p:sp>
      <p:sp>
        <p:nvSpPr>
          <p:cNvPr id="19" name="Shape 14">
            <a:extLst>
              <a:ext uri="{FF2B5EF4-FFF2-40B4-BE49-F238E27FC236}">
                <a16:creationId xmlns:a16="http://schemas.microsoft.com/office/drawing/2014/main" id="{E3536BDE-0223-7075-1983-EE4978D53B2F}"/>
              </a:ext>
            </a:extLst>
          </p:cNvPr>
          <p:cNvSpPr/>
          <p:nvPr/>
        </p:nvSpPr>
        <p:spPr>
          <a:xfrm>
            <a:off x="6179423" y="4975265"/>
            <a:ext cx="486132" cy="22860"/>
          </a:xfrm>
          <a:prstGeom prst="roundRect">
            <a:avLst>
              <a:gd name="adj" fmla="val 297758"/>
            </a:avLst>
          </a:prstGeom>
          <a:solidFill>
            <a:srgbClr val="C0C1D7"/>
          </a:solidFill>
          <a:ln/>
        </p:spPr>
      </p:sp>
      <p:sp>
        <p:nvSpPr>
          <p:cNvPr id="20" name="Shape 15">
            <a:extLst>
              <a:ext uri="{FF2B5EF4-FFF2-40B4-BE49-F238E27FC236}">
                <a16:creationId xmlns:a16="http://schemas.microsoft.com/office/drawing/2014/main" id="{D740CA71-5D53-8DB9-CF4B-27B076FEFA7F}"/>
              </a:ext>
            </a:extLst>
          </p:cNvPr>
          <p:cNvSpPr/>
          <p:nvPr/>
        </p:nvSpPr>
        <p:spPr>
          <a:xfrm>
            <a:off x="5837714" y="4804410"/>
            <a:ext cx="364569" cy="364569"/>
          </a:xfrm>
          <a:prstGeom prst="roundRect">
            <a:avLst>
              <a:gd name="adj" fmla="val 18671"/>
            </a:avLst>
          </a:prstGeom>
          <a:solidFill>
            <a:srgbClr val="DADBF1"/>
          </a:solidFill>
          <a:ln w="7620">
            <a:solidFill>
              <a:srgbClr val="C0C1D7"/>
            </a:solidFill>
            <a:prstDash val="solid"/>
          </a:ln>
        </p:spPr>
      </p:sp>
      <p:pic>
        <p:nvPicPr>
          <p:cNvPr id="21" name="Image 4" descr="preencoded.png">
            <a:extLst>
              <a:ext uri="{FF2B5EF4-FFF2-40B4-BE49-F238E27FC236}">
                <a16:creationId xmlns:a16="http://schemas.microsoft.com/office/drawing/2014/main" id="{30C64DE5-D515-7381-9959-A2D21EFAB5D5}"/>
              </a:ext>
            </a:extLst>
          </p:cNvPr>
          <p:cNvPicPr>
            <a:picLocks noChangeAspect="1"/>
          </p:cNvPicPr>
          <p:nvPr/>
        </p:nvPicPr>
        <p:blipFill>
          <a:blip r:embed="rId6"/>
          <a:stretch>
            <a:fillRect/>
          </a:stretch>
        </p:blipFill>
        <p:spPr>
          <a:xfrm>
            <a:off x="5898495" y="4834771"/>
            <a:ext cx="243007" cy="303848"/>
          </a:xfrm>
          <a:prstGeom prst="rect">
            <a:avLst/>
          </a:prstGeom>
        </p:spPr>
      </p:pic>
      <p:sp>
        <p:nvSpPr>
          <p:cNvPr id="22" name="Text 16">
            <a:extLst>
              <a:ext uri="{FF2B5EF4-FFF2-40B4-BE49-F238E27FC236}">
                <a16:creationId xmlns:a16="http://schemas.microsoft.com/office/drawing/2014/main" id="{9A07578E-80A5-C5FB-E770-3CCAE51BDC2F}"/>
              </a:ext>
            </a:extLst>
          </p:cNvPr>
          <p:cNvSpPr/>
          <p:nvPr/>
        </p:nvSpPr>
        <p:spPr>
          <a:xfrm>
            <a:off x="6830338" y="4860012"/>
            <a:ext cx="2490430" cy="253127"/>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latin typeface="Inter Bold" pitchFamily="34" charset="0"/>
                <a:ea typeface="Inter Bold" pitchFamily="34" charset="-122"/>
                <a:cs typeface="Inter Bold" pitchFamily="34" charset="-120"/>
              </a:rPr>
              <a:t>Transformative Research</a:t>
            </a:r>
            <a:endParaRPr lang="en-US" sz="1550" dirty="0"/>
          </a:p>
        </p:txBody>
      </p:sp>
      <p:sp>
        <p:nvSpPr>
          <p:cNvPr id="23" name="Text 17">
            <a:extLst>
              <a:ext uri="{FF2B5EF4-FFF2-40B4-BE49-F238E27FC236}">
                <a16:creationId xmlns:a16="http://schemas.microsoft.com/office/drawing/2014/main" id="{5816D3A5-8266-6F08-D0BC-FF06BD8C1062}"/>
              </a:ext>
            </a:extLst>
          </p:cNvPr>
          <p:cNvSpPr/>
          <p:nvPr/>
        </p:nvSpPr>
        <p:spPr>
          <a:xfrm>
            <a:off x="6830338" y="5210294"/>
            <a:ext cx="7016948" cy="25919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Boundary-dissolving investigations creating entirely new paradigms</a:t>
            </a:r>
            <a:endParaRPr lang="en-US" sz="1250" dirty="0"/>
          </a:p>
        </p:txBody>
      </p:sp>
      <p:sp>
        <p:nvSpPr>
          <p:cNvPr id="24" name="Text 18">
            <a:extLst>
              <a:ext uri="{FF2B5EF4-FFF2-40B4-BE49-F238E27FC236}">
                <a16:creationId xmlns:a16="http://schemas.microsoft.com/office/drawing/2014/main" id="{18739B87-4F63-CBE5-27C7-4AF88CA8D856}"/>
              </a:ext>
            </a:extLst>
          </p:cNvPr>
          <p:cNvSpPr/>
          <p:nvPr/>
        </p:nvSpPr>
        <p:spPr>
          <a:xfrm>
            <a:off x="5837714" y="5651778"/>
            <a:ext cx="8009573" cy="777597"/>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As we look to the future, research is increasingly characterized by interdisciplinary approaches that transcend traditional academic and industrial boundaries. Complex global challenges require integrated perspectives that combine insights from multiple fields of study.</a:t>
            </a:r>
            <a:endParaRPr lang="en-US" sz="1250" dirty="0"/>
          </a:p>
        </p:txBody>
      </p:sp>
      <p:sp>
        <p:nvSpPr>
          <p:cNvPr id="25" name="Text 19">
            <a:extLst>
              <a:ext uri="{FF2B5EF4-FFF2-40B4-BE49-F238E27FC236}">
                <a16:creationId xmlns:a16="http://schemas.microsoft.com/office/drawing/2014/main" id="{9AD363F9-D018-3A96-2152-DD68D52F2E99}"/>
              </a:ext>
            </a:extLst>
          </p:cNvPr>
          <p:cNvSpPr/>
          <p:nvPr/>
        </p:nvSpPr>
        <p:spPr>
          <a:xfrm>
            <a:off x="5837714" y="6611660"/>
            <a:ext cx="8009573" cy="1036796"/>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By embracing collaborative methodologies and technologies that facilitate knowledge sharing across disciplines, researchers can develop more comprehensive understandings and more effective solutions. This evolution represents not just a change in research practices, but a fundamental shift in how we conceptualize knowledge creation itself.</a:t>
            </a:r>
            <a:endParaRPr lang="en-US" sz="1250" dirty="0"/>
          </a:p>
        </p:txBody>
      </p:sp>
    </p:spTree>
    <p:extLst>
      <p:ext uri="{BB962C8B-B14F-4D97-AF65-F5344CB8AC3E}">
        <p14:creationId xmlns:p14="http://schemas.microsoft.com/office/powerpoint/2010/main" val="842546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ABB084F-6373-4B9E-8C8B-80506DEE7D57}"/>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E2F6470F-28BF-B855-70A9-2FEF3587F83E}"/>
              </a:ext>
            </a:extLst>
          </p:cNvPr>
          <p:cNvSpPr/>
          <p:nvPr/>
        </p:nvSpPr>
        <p:spPr>
          <a:xfrm>
            <a:off x="748903" y="1984772"/>
            <a:ext cx="6649283" cy="666393"/>
          </a:xfrm>
          <a:prstGeom prst="rect">
            <a:avLst/>
          </a:prstGeom>
          <a:noFill/>
          <a:ln/>
        </p:spPr>
        <p:txBody>
          <a:bodyPr wrap="none" lIns="0" tIns="0" rIns="0" bIns="0" rtlCol="0" anchor="t"/>
          <a:lstStyle/>
          <a:p>
            <a:pPr marL="0" indent="0" algn="l">
              <a:lnSpc>
                <a:spcPts val="5200"/>
              </a:lnSpc>
              <a:buNone/>
            </a:pPr>
            <a:r>
              <a:rPr lang="en-US" sz="4150" dirty="0">
                <a:solidFill>
                  <a:srgbClr val="020202"/>
                </a:solidFill>
                <a:latin typeface="Calibri" panose="020F0502020204030204" pitchFamily="34" charset="0"/>
                <a:ea typeface="PT Serif" pitchFamily="34" charset="-122"/>
                <a:cs typeface="Calibri" panose="020F0502020204030204" pitchFamily="34" charset="0"/>
              </a:rPr>
              <a:t>Frequently Asked Questions</a:t>
            </a:r>
            <a:endParaRPr lang="en-US" sz="4150" dirty="0">
              <a:latin typeface="Calibri" panose="020F0502020204030204" pitchFamily="34" charset="0"/>
              <a:cs typeface="Calibri" panose="020F0502020204030204" pitchFamily="34" charset="0"/>
            </a:endParaRPr>
          </a:p>
        </p:txBody>
      </p:sp>
      <p:sp>
        <p:nvSpPr>
          <p:cNvPr id="5" name="Shape 1">
            <a:extLst>
              <a:ext uri="{FF2B5EF4-FFF2-40B4-BE49-F238E27FC236}">
                <a16:creationId xmlns:a16="http://schemas.microsoft.com/office/drawing/2014/main" id="{C3E06E10-E2C1-D669-A6E8-FAB980E6F14E}"/>
              </a:ext>
            </a:extLst>
          </p:cNvPr>
          <p:cNvSpPr/>
          <p:nvPr/>
        </p:nvSpPr>
        <p:spPr>
          <a:xfrm>
            <a:off x="748903" y="2955727"/>
            <a:ext cx="456962" cy="456962"/>
          </a:xfrm>
          <a:prstGeom prst="roundRect">
            <a:avLst>
              <a:gd name="adj" fmla="val 6667"/>
            </a:avLst>
          </a:prstGeom>
          <a:solidFill>
            <a:srgbClr val="F2EEEE"/>
          </a:solidFill>
          <a:ln/>
        </p:spPr>
        <p:txBody>
          <a:bodyPr/>
          <a:lstStyle/>
          <a:p>
            <a:r>
              <a:rPr lang="en-US" dirty="0"/>
              <a:t>1</a:t>
            </a:r>
          </a:p>
        </p:txBody>
      </p:sp>
      <p:sp>
        <p:nvSpPr>
          <p:cNvPr id="6" name="Text 2">
            <a:extLst>
              <a:ext uri="{FF2B5EF4-FFF2-40B4-BE49-F238E27FC236}">
                <a16:creationId xmlns:a16="http://schemas.microsoft.com/office/drawing/2014/main" id="{C172C6E1-7321-43E0-B262-F7FD724CE162}"/>
              </a:ext>
            </a:extLst>
          </p:cNvPr>
          <p:cNvSpPr/>
          <p:nvPr/>
        </p:nvSpPr>
        <p:spPr>
          <a:xfrm>
            <a:off x="1408867" y="3025497"/>
            <a:ext cx="3573780" cy="666274"/>
          </a:xfrm>
          <a:prstGeom prst="rect">
            <a:avLst/>
          </a:prstGeom>
          <a:noFill/>
          <a:ln/>
        </p:spPr>
        <p:txBody>
          <a:bodyPr wrap="square" lIns="0" tIns="0" rIns="0" bIns="0" rtlCol="0" anchor="t"/>
          <a:lstStyle/>
          <a:p>
            <a:pPr marL="0" indent="0" algn="l">
              <a:lnSpc>
                <a:spcPts val="2600"/>
              </a:lnSpc>
              <a:buNone/>
            </a:pPr>
            <a:r>
              <a:rPr lang="en-US" sz="2050" dirty="0">
                <a:solidFill>
                  <a:srgbClr val="383838"/>
                </a:solidFill>
                <a:latin typeface="Calibri" panose="020F0502020204030204" pitchFamily="34" charset="0"/>
                <a:ea typeface="PT Serif" pitchFamily="34" charset="-122"/>
                <a:cs typeface="Calibri" panose="020F0502020204030204" pitchFamily="34" charset="0"/>
              </a:rPr>
              <a:t>What distinguishes scientific research from casual inquiry?</a:t>
            </a:r>
            <a:endParaRPr lang="en-US" sz="2050" dirty="0">
              <a:latin typeface="Calibri" panose="020F0502020204030204" pitchFamily="34" charset="0"/>
              <a:cs typeface="Calibri" panose="020F0502020204030204" pitchFamily="34" charset="0"/>
            </a:endParaRPr>
          </a:p>
        </p:txBody>
      </p:sp>
      <p:sp>
        <p:nvSpPr>
          <p:cNvPr id="7" name="Text 3">
            <a:extLst>
              <a:ext uri="{FF2B5EF4-FFF2-40B4-BE49-F238E27FC236}">
                <a16:creationId xmlns:a16="http://schemas.microsoft.com/office/drawing/2014/main" id="{B839FF36-0977-E7E4-1DF9-FF7EF56CA4D5}"/>
              </a:ext>
            </a:extLst>
          </p:cNvPr>
          <p:cNvSpPr/>
          <p:nvPr/>
        </p:nvSpPr>
        <p:spPr>
          <a:xfrm>
            <a:off x="1408867" y="3813572"/>
            <a:ext cx="3573780" cy="2274451"/>
          </a:xfrm>
          <a:prstGeom prst="rect">
            <a:avLst/>
          </a:prstGeom>
          <a:noFill/>
          <a:ln/>
        </p:spPr>
        <p:txBody>
          <a:bodyPr wrap="square" lIns="0" tIns="0" rIns="0" bIns="0" rtlCol="0" anchor="t"/>
          <a:lstStyle/>
          <a:p>
            <a:pPr marL="0" indent="0" algn="l">
              <a:lnSpc>
                <a:spcPts val="2550"/>
              </a:lnSpc>
              <a:buNone/>
            </a:pPr>
            <a:r>
              <a:rPr lang="en-US" sz="1550" dirty="0">
                <a:solidFill>
                  <a:srgbClr val="383838"/>
                </a:solidFill>
                <a:latin typeface="Calibri" panose="020F0502020204030204" pitchFamily="34" charset="0"/>
                <a:ea typeface="DM Sans" pitchFamily="34" charset="-122"/>
                <a:cs typeface="Calibri" panose="020F0502020204030204" pitchFamily="34" charset="0"/>
              </a:rPr>
              <a:t>Scientific research follows systematic procedures, maintains objectivity, relies on empirical evidence, and can be replicated by others. Casual inquiry lacks these rigorous standards and often relies on anecdotal evidence or personal experience.</a:t>
            </a:r>
            <a:endParaRPr lang="en-US" sz="1550" dirty="0">
              <a:latin typeface="Calibri" panose="020F0502020204030204" pitchFamily="34" charset="0"/>
              <a:cs typeface="Calibri" panose="020F0502020204030204" pitchFamily="34" charset="0"/>
            </a:endParaRPr>
          </a:p>
        </p:txBody>
      </p:sp>
      <p:sp>
        <p:nvSpPr>
          <p:cNvPr id="8" name="Shape 4">
            <a:extLst>
              <a:ext uri="{FF2B5EF4-FFF2-40B4-BE49-F238E27FC236}">
                <a16:creationId xmlns:a16="http://schemas.microsoft.com/office/drawing/2014/main" id="{66C17787-0AE1-0BD6-3592-6711BDE9B020}"/>
              </a:ext>
            </a:extLst>
          </p:cNvPr>
          <p:cNvSpPr/>
          <p:nvPr/>
        </p:nvSpPr>
        <p:spPr>
          <a:xfrm>
            <a:off x="5236488" y="2955727"/>
            <a:ext cx="456962" cy="456962"/>
          </a:xfrm>
          <a:prstGeom prst="roundRect">
            <a:avLst>
              <a:gd name="adj" fmla="val 6667"/>
            </a:avLst>
          </a:prstGeom>
          <a:solidFill>
            <a:srgbClr val="F2EEEE"/>
          </a:solidFill>
          <a:ln/>
        </p:spPr>
        <p:txBody>
          <a:bodyPr/>
          <a:lstStyle/>
          <a:p>
            <a:r>
              <a:rPr lang="en-US" dirty="0"/>
              <a:t>2</a:t>
            </a:r>
          </a:p>
        </p:txBody>
      </p:sp>
      <p:sp>
        <p:nvSpPr>
          <p:cNvPr id="9" name="Text 5">
            <a:extLst>
              <a:ext uri="{FF2B5EF4-FFF2-40B4-BE49-F238E27FC236}">
                <a16:creationId xmlns:a16="http://schemas.microsoft.com/office/drawing/2014/main" id="{7C7630CB-1391-48E0-E972-E1721E519DD1}"/>
              </a:ext>
            </a:extLst>
          </p:cNvPr>
          <p:cNvSpPr/>
          <p:nvPr/>
        </p:nvSpPr>
        <p:spPr>
          <a:xfrm>
            <a:off x="5896451" y="3025497"/>
            <a:ext cx="3573780" cy="999411"/>
          </a:xfrm>
          <a:prstGeom prst="rect">
            <a:avLst/>
          </a:prstGeom>
          <a:noFill/>
          <a:ln/>
        </p:spPr>
        <p:txBody>
          <a:bodyPr wrap="square" lIns="0" tIns="0" rIns="0" bIns="0" rtlCol="0" anchor="t"/>
          <a:lstStyle/>
          <a:p>
            <a:pPr marL="0" indent="0" algn="l">
              <a:lnSpc>
                <a:spcPts val="2600"/>
              </a:lnSpc>
              <a:buNone/>
            </a:pPr>
            <a:r>
              <a:rPr lang="en-US" sz="2050" dirty="0">
                <a:solidFill>
                  <a:srgbClr val="383838"/>
                </a:solidFill>
                <a:latin typeface="Calibri" panose="020F0502020204030204" pitchFamily="34" charset="0"/>
                <a:ea typeface="PT Serif" pitchFamily="34" charset="-122"/>
                <a:cs typeface="Calibri" panose="020F0502020204030204" pitchFamily="34" charset="0"/>
              </a:rPr>
              <a:t>How do I choose the right research methodology for my study?</a:t>
            </a:r>
            <a:endParaRPr lang="en-US" sz="2050" dirty="0">
              <a:latin typeface="Calibri" panose="020F0502020204030204" pitchFamily="34" charset="0"/>
              <a:cs typeface="Calibri" panose="020F0502020204030204" pitchFamily="34" charset="0"/>
            </a:endParaRPr>
          </a:p>
        </p:txBody>
      </p:sp>
      <p:sp>
        <p:nvSpPr>
          <p:cNvPr id="10" name="Text 6">
            <a:extLst>
              <a:ext uri="{FF2B5EF4-FFF2-40B4-BE49-F238E27FC236}">
                <a16:creationId xmlns:a16="http://schemas.microsoft.com/office/drawing/2014/main" id="{01595BD9-293C-24B0-37E4-6F2A8438BC3C}"/>
              </a:ext>
            </a:extLst>
          </p:cNvPr>
          <p:cNvSpPr/>
          <p:nvPr/>
        </p:nvSpPr>
        <p:spPr>
          <a:xfrm>
            <a:off x="5896451" y="4146709"/>
            <a:ext cx="3573780" cy="2274451"/>
          </a:xfrm>
          <a:prstGeom prst="rect">
            <a:avLst/>
          </a:prstGeom>
          <a:noFill/>
          <a:ln/>
        </p:spPr>
        <p:txBody>
          <a:bodyPr wrap="square" lIns="0" tIns="0" rIns="0" bIns="0" rtlCol="0" anchor="t"/>
          <a:lstStyle/>
          <a:p>
            <a:pPr marL="0" indent="0" algn="l">
              <a:lnSpc>
                <a:spcPts val="2550"/>
              </a:lnSpc>
              <a:buNone/>
            </a:pPr>
            <a:r>
              <a:rPr lang="en-US" sz="1550" dirty="0">
                <a:solidFill>
                  <a:srgbClr val="383838"/>
                </a:solidFill>
                <a:latin typeface="Calibri" panose="020F0502020204030204" pitchFamily="34" charset="0"/>
                <a:ea typeface="DM Sans" pitchFamily="34" charset="-122"/>
                <a:cs typeface="Calibri" panose="020F0502020204030204" pitchFamily="34" charset="0"/>
              </a:rPr>
              <a:t>Select methodology based on your research questions, objectives, available resources, and the nature of the phenomenon being studied. Consider both theoretical appropriateness and practical feasibility.</a:t>
            </a:r>
            <a:endParaRPr lang="en-US" sz="1550" dirty="0">
              <a:latin typeface="Calibri" panose="020F0502020204030204" pitchFamily="34" charset="0"/>
              <a:cs typeface="Calibri" panose="020F0502020204030204" pitchFamily="34" charset="0"/>
            </a:endParaRPr>
          </a:p>
        </p:txBody>
      </p:sp>
      <p:sp>
        <p:nvSpPr>
          <p:cNvPr id="11" name="Shape 7">
            <a:extLst>
              <a:ext uri="{FF2B5EF4-FFF2-40B4-BE49-F238E27FC236}">
                <a16:creationId xmlns:a16="http://schemas.microsoft.com/office/drawing/2014/main" id="{1A7DF1F3-EF49-1A49-F751-6DEF6FC6FA01}"/>
              </a:ext>
            </a:extLst>
          </p:cNvPr>
          <p:cNvSpPr/>
          <p:nvPr/>
        </p:nvSpPr>
        <p:spPr>
          <a:xfrm>
            <a:off x="9724073" y="2955727"/>
            <a:ext cx="456962" cy="456962"/>
          </a:xfrm>
          <a:prstGeom prst="roundRect">
            <a:avLst>
              <a:gd name="adj" fmla="val 6667"/>
            </a:avLst>
          </a:prstGeom>
          <a:solidFill>
            <a:srgbClr val="F2EEEE"/>
          </a:solidFill>
          <a:ln/>
        </p:spPr>
        <p:txBody>
          <a:bodyPr/>
          <a:lstStyle/>
          <a:p>
            <a:r>
              <a:rPr lang="en-US" dirty="0"/>
              <a:t>3</a:t>
            </a:r>
          </a:p>
        </p:txBody>
      </p:sp>
      <p:sp>
        <p:nvSpPr>
          <p:cNvPr id="12" name="Text 8">
            <a:extLst>
              <a:ext uri="{FF2B5EF4-FFF2-40B4-BE49-F238E27FC236}">
                <a16:creationId xmlns:a16="http://schemas.microsoft.com/office/drawing/2014/main" id="{9F48864E-075A-98BE-E027-D603ED44712B}"/>
              </a:ext>
            </a:extLst>
          </p:cNvPr>
          <p:cNvSpPr/>
          <p:nvPr/>
        </p:nvSpPr>
        <p:spPr>
          <a:xfrm>
            <a:off x="10384036" y="3025497"/>
            <a:ext cx="3573780" cy="666274"/>
          </a:xfrm>
          <a:prstGeom prst="rect">
            <a:avLst/>
          </a:prstGeom>
          <a:noFill/>
          <a:ln/>
        </p:spPr>
        <p:txBody>
          <a:bodyPr wrap="square" lIns="0" tIns="0" rIns="0" bIns="0" rtlCol="0" anchor="t"/>
          <a:lstStyle/>
          <a:p>
            <a:pPr marL="0" indent="0" algn="l">
              <a:lnSpc>
                <a:spcPts val="2600"/>
              </a:lnSpc>
              <a:buNone/>
            </a:pPr>
            <a:r>
              <a:rPr lang="en-US" sz="2050" dirty="0">
                <a:solidFill>
                  <a:srgbClr val="383838"/>
                </a:solidFill>
                <a:latin typeface="Calibri" panose="020F0502020204030204" pitchFamily="34" charset="0"/>
                <a:ea typeface="PT Serif" pitchFamily="34" charset="-122"/>
                <a:cs typeface="Calibri" panose="020F0502020204030204" pitchFamily="34" charset="0"/>
              </a:rPr>
              <a:t>Can research methodology change during a study?</a:t>
            </a:r>
            <a:endParaRPr lang="en-US" sz="2050" dirty="0">
              <a:latin typeface="Calibri" panose="020F0502020204030204" pitchFamily="34" charset="0"/>
              <a:cs typeface="Calibri" panose="020F0502020204030204" pitchFamily="34" charset="0"/>
            </a:endParaRPr>
          </a:p>
        </p:txBody>
      </p:sp>
      <p:sp>
        <p:nvSpPr>
          <p:cNvPr id="19" name="Text 9">
            <a:extLst>
              <a:ext uri="{FF2B5EF4-FFF2-40B4-BE49-F238E27FC236}">
                <a16:creationId xmlns:a16="http://schemas.microsoft.com/office/drawing/2014/main" id="{46709C07-F2F8-9DBA-C9A8-50C04027B051}"/>
              </a:ext>
            </a:extLst>
          </p:cNvPr>
          <p:cNvSpPr/>
          <p:nvPr/>
        </p:nvSpPr>
        <p:spPr>
          <a:xfrm>
            <a:off x="10384036" y="3813572"/>
            <a:ext cx="3573780" cy="2274451"/>
          </a:xfrm>
          <a:prstGeom prst="rect">
            <a:avLst/>
          </a:prstGeom>
          <a:noFill/>
          <a:ln/>
        </p:spPr>
        <p:txBody>
          <a:bodyPr wrap="square" lIns="0" tIns="0" rIns="0" bIns="0" rtlCol="0" anchor="t"/>
          <a:lstStyle/>
          <a:p>
            <a:pPr marL="0" indent="0" algn="l">
              <a:lnSpc>
                <a:spcPts val="2550"/>
              </a:lnSpc>
              <a:buNone/>
            </a:pPr>
            <a:r>
              <a:rPr lang="en-US" sz="1550" dirty="0">
                <a:solidFill>
                  <a:srgbClr val="383838"/>
                </a:solidFill>
                <a:latin typeface="Calibri" panose="020F0502020204030204" pitchFamily="34" charset="0"/>
                <a:ea typeface="DM Sans" pitchFamily="34" charset="-122"/>
                <a:cs typeface="Calibri" panose="020F0502020204030204" pitchFamily="34" charset="0"/>
              </a:rPr>
              <a:t>While the fundamental approach should remain consistent, methodological adjustments may be necessary as new insights emerge. Any changes should be documented and justified in relation to the research objectives.</a:t>
            </a:r>
            <a:endParaRPr lang="en-US" sz="155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78782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1197031" y="349075"/>
            <a:ext cx="13243362" cy="71136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146280" tIns="146280" rIns="146280" bIns="146280" anchor="ctr" anchorCtr="0">
              <a:noAutofit/>
            </a:bodyPr>
            <a:lstStyle/>
            <a:p>
              <a:endParaRPr sz="3584">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115800" tIns="115800" rIns="115800" bIns="115800" anchor="ctr" anchorCtr="0">
              <a:noAutofit/>
            </a:bodyPr>
            <a:lstStyle/>
            <a:p>
              <a:pPr algn="ctr">
                <a:lnSpc>
                  <a:spcPct val="90000"/>
                </a:lnSpc>
                <a:buSzPts val="1900"/>
              </a:pPr>
              <a:endParaRPr lang="en-US" sz="64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7" name="TextBox 6"/>
          <p:cNvSpPr txBox="1"/>
          <p:nvPr/>
        </p:nvSpPr>
        <p:spPr>
          <a:xfrm>
            <a:off x="13775238" y="137580"/>
            <a:ext cx="344966" cy="437043"/>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240" dirty="0"/>
              <a:t>9</a:t>
            </a:r>
          </a:p>
        </p:txBody>
      </p:sp>
      <p:sp>
        <p:nvSpPr>
          <p:cNvPr id="2" name="Text 0">
            <a:extLst>
              <a:ext uri="{FF2B5EF4-FFF2-40B4-BE49-F238E27FC236}">
                <a16:creationId xmlns:a16="http://schemas.microsoft.com/office/drawing/2014/main" id="{89685064-EE39-F68F-8DCC-D7A600969C86}"/>
              </a:ext>
            </a:extLst>
          </p:cNvPr>
          <p:cNvSpPr/>
          <p:nvPr/>
        </p:nvSpPr>
        <p:spPr>
          <a:xfrm>
            <a:off x="5919797" y="574623"/>
            <a:ext cx="2790805" cy="641907"/>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References</a:t>
            </a:r>
          </a:p>
        </p:txBody>
      </p:sp>
      <p:sp>
        <p:nvSpPr>
          <p:cNvPr id="8" name="TextBox 7">
            <a:extLst>
              <a:ext uri="{FF2B5EF4-FFF2-40B4-BE49-F238E27FC236}">
                <a16:creationId xmlns:a16="http://schemas.microsoft.com/office/drawing/2014/main" id="{CFEE67C4-C3A4-DBA3-D777-54F911FCA384}"/>
              </a:ext>
            </a:extLst>
          </p:cNvPr>
          <p:cNvSpPr txBox="1"/>
          <p:nvPr/>
        </p:nvSpPr>
        <p:spPr>
          <a:xfrm>
            <a:off x="693518" y="2422029"/>
            <a:ext cx="13243362" cy="3385542"/>
          </a:xfrm>
          <a:prstGeom prst="rect">
            <a:avLst/>
          </a:prstGeom>
          <a:noFill/>
        </p:spPr>
        <p:txBody>
          <a:bodyPr wrap="square">
            <a:spAutoFit/>
          </a:bodyPr>
          <a:lstStyle/>
          <a:p>
            <a:pPr algn="just" rtl="0">
              <a:spcBef>
                <a:spcPts val="1200"/>
              </a:spcBef>
              <a:spcAft>
                <a:spcPts val="1200"/>
              </a:spcAft>
            </a:pPr>
            <a:r>
              <a:rPr lang="en-IN" sz="2400" b="1" i="0" u="none" strike="noStrike" dirty="0">
                <a:solidFill>
                  <a:srgbClr val="231F20"/>
                </a:solidFill>
                <a:effectLst/>
                <a:latin typeface="Times New Roman" panose="02020603050405020304" pitchFamily="18" charset="0"/>
              </a:rPr>
              <a:t>Reference Book: </a:t>
            </a:r>
            <a:endParaRPr lang="en-IN" b="1" i="0" u="none" strike="noStrike" dirty="0">
              <a:solidFill>
                <a:srgbClr val="000000"/>
              </a:solidFill>
              <a:effectLst/>
            </a:endParaRPr>
          </a:p>
          <a:p>
            <a:pPr algn="just" rtl="0">
              <a:spcBef>
                <a:spcPts val="1200"/>
              </a:spcBef>
              <a:spcAft>
                <a:spcPts val="1200"/>
              </a:spcAft>
            </a:pPr>
            <a:r>
              <a:rPr lang="en-IN" sz="2400" b="0" i="1" u="none" strike="noStrike" dirty="0">
                <a:solidFill>
                  <a:srgbClr val="231F20"/>
                </a:solidFill>
                <a:effectLst/>
                <a:latin typeface="Times New Roman" panose="02020603050405020304" pitchFamily="18" charset="0"/>
              </a:rPr>
              <a:t>Research Methodology: Methods and Techniques</a:t>
            </a:r>
            <a:r>
              <a:rPr lang="en-IN" sz="2400" b="0" i="0" u="none" strike="noStrike" dirty="0">
                <a:solidFill>
                  <a:srgbClr val="231F20"/>
                </a:solidFill>
                <a:effectLst/>
                <a:latin typeface="Times New Roman" panose="02020603050405020304" pitchFamily="18" charset="0"/>
              </a:rPr>
              <a:t> by C.R. Kothari (New Age International Publishers).</a:t>
            </a:r>
            <a:endParaRPr lang="en-IN" b="0" i="0" u="none" strike="noStrike" dirty="0">
              <a:solidFill>
                <a:srgbClr val="000000"/>
              </a:solidFill>
              <a:effectLst/>
            </a:endParaRPr>
          </a:p>
          <a:p>
            <a:pPr algn="just" rtl="0">
              <a:spcBef>
                <a:spcPts val="1200"/>
              </a:spcBef>
              <a:spcAft>
                <a:spcPts val="1200"/>
              </a:spcAft>
            </a:pPr>
            <a:r>
              <a:rPr lang="en-IN" sz="2400" b="1" i="0" u="none" strike="noStrike" dirty="0">
                <a:solidFill>
                  <a:srgbClr val="231F20"/>
                </a:solidFill>
                <a:effectLst/>
                <a:latin typeface="Times New Roman" panose="02020603050405020304" pitchFamily="18" charset="0"/>
              </a:rPr>
              <a:t>Text Books: </a:t>
            </a:r>
            <a:endParaRPr lang="en-IN" b="1" i="0" u="none" strike="noStrike" dirty="0">
              <a:solidFill>
                <a:srgbClr val="000000"/>
              </a:solidFill>
              <a:effectLst/>
            </a:endParaRPr>
          </a:p>
          <a:p>
            <a:pPr algn="just" rtl="0">
              <a:spcBef>
                <a:spcPts val="1200"/>
              </a:spcBef>
              <a:spcAft>
                <a:spcPts val="1200"/>
              </a:spcAft>
            </a:pPr>
            <a:r>
              <a:rPr lang="en-IN" sz="2400" b="0" i="1" u="none" strike="noStrike" dirty="0">
                <a:solidFill>
                  <a:srgbClr val="231F20"/>
                </a:solidFill>
                <a:effectLst/>
                <a:latin typeface="Times New Roman" panose="02020603050405020304" pitchFamily="18" charset="0"/>
              </a:rPr>
              <a:t>Research Methodology: Principles, Methods and Practices</a:t>
            </a:r>
            <a:r>
              <a:rPr lang="en-IN" sz="2400" b="0" i="0" u="none" strike="noStrike" dirty="0">
                <a:solidFill>
                  <a:srgbClr val="231F20"/>
                </a:solidFill>
                <a:effectLst/>
                <a:latin typeface="Times New Roman" panose="02020603050405020304" pitchFamily="18" charset="0"/>
              </a:rPr>
              <a:t> by Ranjith Kumar (University of South Florida Scholar Commons)</a:t>
            </a:r>
            <a:endParaRPr lang="en-IN" b="0" i="0" u="none" strike="noStrike" dirty="0">
              <a:solidFill>
                <a:srgbClr val="000000"/>
              </a:solidFill>
              <a:effectLst/>
            </a:endParaRPr>
          </a:p>
          <a:p>
            <a:r>
              <a:rPr lang="en-IN" sz="2400" b="0" i="1" u="none" strike="noStrike" dirty="0">
                <a:solidFill>
                  <a:srgbClr val="231F20"/>
                </a:solidFill>
                <a:effectLst/>
                <a:latin typeface="Times New Roman" panose="02020603050405020304" pitchFamily="18" charset="0"/>
              </a:rPr>
              <a:t>Research Methodology: A Step-by-Step Guide for Beginners</a:t>
            </a:r>
            <a:r>
              <a:rPr lang="en-IN" sz="2400" b="0" i="0" u="none" strike="noStrike" dirty="0">
                <a:solidFill>
                  <a:srgbClr val="231F20"/>
                </a:solidFill>
                <a:effectLst/>
                <a:latin typeface="Times New Roman" panose="02020603050405020304" pitchFamily="18" charset="0"/>
              </a:rPr>
              <a:t> by Ranjit Kumar (SAGE Publications)</a:t>
            </a:r>
            <a:endParaRPr lang="en-US" dirty="0"/>
          </a:p>
        </p:txBody>
      </p:sp>
    </p:spTree>
    <p:extLst>
      <p:ext uri="{BB962C8B-B14F-4D97-AF65-F5344CB8AC3E}">
        <p14:creationId xmlns:p14="http://schemas.microsoft.com/office/powerpoint/2010/main" val="2294786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1FE09F1-F395-2274-0935-1848D4DC547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C6DD3F0-EC87-EE58-1BF8-60D6A60A7E33}"/>
              </a:ext>
            </a:extLst>
          </p:cNvPr>
          <p:cNvSpPr/>
          <p:nvPr/>
        </p:nvSpPr>
        <p:spPr>
          <a:xfrm>
            <a:off x="1211937" y="592931"/>
            <a:ext cx="5391150" cy="673894"/>
          </a:xfrm>
          <a:prstGeom prst="rect">
            <a:avLst/>
          </a:prstGeom>
          <a:noFill/>
          <a:ln/>
        </p:spPr>
        <p:txBody>
          <a:bodyPr wrap="none" lIns="0" tIns="0" rIns="0" bIns="0" rtlCol="0" anchor="t"/>
          <a:lstStyle/>
          <a:p>
            <a:pPr marL="0" indent="0" algn="l">
              <a:lnSpc>
                <a:spcPts val="5300"/>
              </a:lnSpc>
              <a:buNone/>
            </a:pPr>
            <a:r>
              <a:rPr lang="en-US" sz="4200" b="1" dirty="0">
                <a:solidFill>
                  <a:srgbClr val="000000"/>
                </a:solidFill>
                <a:latin typeface="Inter Bold" pitchFamily="34" charset="0"/>
                <a:ea typeface="Inter Bold" pitchFamily="34" charset="-122"/>
                <a:cs typeface="Inter Bold" pitchFamily="34" charset="-120"/>
              </a:rPr>
              <a:t>Learning Resources</a:t>
            </a:r>
            <a:endParaRPr lang="en-US" sz="4200" dirty="0"/>
          </a:p>
        </p:txBody>
      </p:sp>
      <p:sp>
        <p:nvSpPr>
          <p:cNvPr id="4" name="Text 1">
            <a:extLst>
              <a:ext uri="{FF2B5EF4-FFF2-40B4-BE49-F238E27FC236}">
                <a16:creationId xmlns:a16="http://schemas.microsoft.com/office/drawing/2014/main" id="{4D20DA25-17BC-7651-E75C-10BEB0314437}"/>
              </a:ext>
            </a:extLst>
          </p:cNvPr>
          <p:cNvSpPr/>
          <p:nvPr/>
        </p:nvSpPr>
        <p:spPr>
          <a:xfrm>
            <a:off x="1211937" y="4559618"/>
            <a:ext cx="2695575" cy="336947"/>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Video Tutorial</a:t>
            </a:r>
            <a:endParaRPr lang="en-US" sz="2100" dirty="0"/>
          </a:p>
        </p:txBody>
      </p:sp>
      <p:sp>
        <p:nvSpPr>
          <p:cNvPr id="5" name="Text 2">
            <a:extLst>
              <a:ext uri="{FF2B5EF4-FFF2-40B4-BE49-F238E27FC236}">
                <a16:creationId xmlns:a16="http://schemas.microsoft.com/office/drawing/2014/main" id="{60DA2FD7-AB89-DE39-08AF-E78720C094ED}"/>
              </a:ext>
            </a:extLst>
          </p:cNvPr>
          <p:cNvSpPr/>
          <p:nvPr/>
        </p:nvSpPr>
        <p:spPr>
          <a:xfrm>
            <a:off x="1211937" y="5025866"/>
            <a:ext cx="4193857" cy="2414468"/>
          </a:xfrm>
          <a:prstGeom prst="rect">
            <a:avLst/>
          </a:prstGeom>
          <a:noFill/>
          <a:ln/>
        </p:spPr>
        <p:txBody>
          <a:bodyPr wrap="square" lIns="0" tIns="0" rIns="0" bIns="0" rtlCol="0" anchor="t"/>
          <a:lstStyle/>
          <a:p>
            <a:pPr marL="0" indent="0" algn="l">
              <a:lnSpc>
                <a:spcPts val="2700"/>
              </a:lnSpc>
              <a:buNone/>
            </a:pPr>
            <a:r>
              <a:rPr lang="en-IN" sz="1800" b="0" i="0" u="sng" strike="noStrike" dirty="0">
                <a:solidFill>
                  <a:srgbClr val="1155CC"/>
                </a:solidFill>
                <a:effectLst/>
                <a:latin typeface="Times New Roman" panose="02020603050405020304" pitchFamily="18" charset="0"/>
                <a:hlinkClick r:id="rId3"/>
              </a:rPr>
              <a:t>https://www.youtube.com/watch?v=-H46fmtebWA&amp;list=PLLy_2iUCG87Dj8UwNHjudl9thOQizp2Y3&amp;index=2</a:t>
            </a:r>
            <a:endParaRPr lang="en-US" sz="1650" dirty="0"/>
          </a:p>
        </p:txBody>
      </p:sp>
      <p:sp>
        <p:nvSpPr>
          <p:cNvPr id="7" name="Text 3">
            <a:extLst>
              <a:ext uri="{FF2B5EF4-FFF2-40B4-BE49-F238E27FC236}">
                <a16:creationId xmlns:a16="http://schemas.microsoft.com/office/drawing/2014/main" id="{C502B76B-AECA-EF3F-AEE9-8424C54DE8F3}"/>
              </a:ext>
            </a:extLst>
          </p:cNvPr>
          <p:cNvSpPr/>
          <p:nvPr/>
        </p:nvSpPr>
        <p:spPr>
          <a:xfrm>
            <a:off x="8736052" y="4559618"/>
            <a:ext cx="2695575" cy="336947"/>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Online Course</a:t>
            </a:r>
            <a:endParaRPr lang="en-US" sz="2100" dirty="0"/>
          </a:p>
        </p:txBody>
      </p:sp>
      <p:sp>
        <p:nvSpPr>
          <p:cNvPr id="8" name="Text 4">
            <a:extLst>
              <a:ext uri="{FF2B5EF4-FFF2-40B4-BE49-F238E27FC236}">
                <a16:creationId xmlns:a16="http://schemas.microsoft.com/office/drawing/2014/main" id="{70662813-C3FA-5498-32A5-DD9B1C0E1C60}"/>
              </a:ext>
            </a:extLst>
          </p:cNvPr>
          <p:cNvSpPr/>
          <p:nvPr/>
        </p:nvSpPr>
        <p:spPr>
          <a:xfrm>
            <a:off x="8736052" y="5025866"/>
            <a:ext cx="4193977" cy="2414468"/>
          </a:xfrm>
          <a:prstGeom prst="rect">
            <a:avLst/>
          </a:prstGeom>
          <a:noFill/>
          <a:ln/>
        </p:spPr>
        <p:txBody>
          <a:bodyPr wrap="square" lIns="0" tIns="0" rIns="0" bIns="0" rtlCol="0" anchor="t"/>
          <a:lstStyle/>
          <a:p>
            <a:pPr marL="0" indent="0" algn="l">
              <a:lnSpc>
                <a:spcPts val="2700"/>
              </a:lnSpc>
              <a:buNone/>
            </a:pPr>
            <a:r>
              <a:rPr lang="en-US" sz="1650" dirty="0">
                <a:hlinkClick r:id="rId4"/>
              </a:rPr>
              <a:t>https://www.coursera.org/programs/chandigarh-university-faculty-learning-program-2pip1/learn/research-methods?source=search</a:t>
            </a:r>
            <a:endParaRPr lang="en-US" sz="1650" dirty="0"/>
          </a:p>
          <a:p>
            <a:pPr marL="0" indent="0" algn="l">
              <a:lnSpc>
                <a:spcPts val="2700"/>
              </a:lnSpc>
              <a:buNone/>
            </a:pPr>
            <a:endParaRPr lang="en-US" sz="1650" dirty="0"/>
          </a:p>
        </p:txBody>
      </p:sp>
      <p:pic>
        <p:nvPicPr>
          <p:cNvPr id="1028" name="Picture 4" descr="YouTube Logo PNG 2025 - Fresh Look and Design">
            <a:extLst>
              <a:ext uri="{FF2B5EF4-FFF2-40B4-BE49-F238E27FC236}">
                <a16:creationId xmlns:a16="http://schemas.microsoft.com/office/drawing/2014/main" id="{D59BD759-47AA-CE30-31D0-8E793618CE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947" y="2701402"/>
            <a:ext cx="2055753" cy="1413398"/>
          </a:xfrm>
          <a:prstGeom prst="rect">
            <a:avLst/>
          </a:prstGeom>
          <a:noFill/>
          <a:extLst>
            <a:ext uri="{909E8E84-426E-40DD-AFC4-6F175D3DCCD1}">
              <a14:hiddenFill xmlns:a14="http://schemas.microsoft.com/office/drawing/2010/main">
                <a:solidFill>
                  <a:srgbClr val="FFFFFF"/>
                </a:solidFill>
              </a14:hiddenFill>
            </a:ext>
          </a:extLst>
        </p:spPr>
      </p:pic>
      <p:pic>
        <p:nvPicPr>
          <p:cNvPr id="10" name="Graphic 9">
            <a:extLst>
              <a:ext uri="{FF2B5EF4-FFF2-40B4-BE49-F238E27FC236}">
                <a16:creationId xmlns:a16="http://schemas.microsoft.com/office/drawing/2014/main" id="{F14803D1-41DB-8186-944F-34130A58D88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85100" y="2239701"/>
            <a:ext cx="3505200" cy="2336800"/>
          </a:xfrm>
          <a:prstGeom prst="rect">
            <a:avLst/>
          </a:prstGeom>
        </p:spPr>
      </p:pic>
    </p:spTree>
    <p:extLst>
      <p:ext uri="{BB962C8B-B14F-4D97-AF65-F5344CB8AC3E}">
        <p14:creationId xmlns:p14="http://schemas.microsoft.com/office/powerpoint/2010/main" val="4009708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616800" y="2275240"/>
            <a:ext cx="12801600" cy="4663680"/>
          </a:xfrm>
          <a:prstGeom prst="rect">
            <a:avLst/>
          </a:prstGeom>
          <a:noFill/>
          <a:ln>
            <a:noFill/>
          </a:ln>
        </p:spPr>
        <p:txBody>
          <a:bodyPr spcFirstLastPara="1" wrap="square" lIns="146280" tIns="73120" rIns="146280" bIns="73120" anchor="t" anchorCtr="0">
            <a:normAutofit/>
          </a:bodyPr>
          <a:lstStyle/>
          <a:p>
            <a:pPr marL="548640" indent="-548640" algn="just">
              <a:lnSpc>
                <a:spcPct val="100000"/>
              </a:lnSpc>
              <a:spcBef>
                <a:spcPts val="0"/>
              </a:spcBef>
              <a:buNone/>
            </a:pPr>
            <a:r>
              <a:rPr lang="en-US" dirty="0">
                <a:solidFill>
                  <a:schemeClr val="bg2"/>
                </a:solidFill>
                <a:latin typeface="Times New Roman"/>
                <a:ea typeface="Times New Roman"/>
                <a:cs typeface="Times New Roman"/>
                <a:sym typeface="Times New Roman"/>
              </a:rPr>
              <a:t> </a:t>
            </a:r>
            <a:endParaRPr b="1" dirty="0">
              <a:solidFill>
                <a:schemeClr val="bg2"/>
              </a:solidFill>
              <a:latin typeface="Times New Roman"/>
              <a:ea typeface="Times New Roman"/>
              <a:cs typeface="Times New Roman"/>
              <a:sym typeface="Times New Roman"/>
            </a:endParaRPr>
          </a:p>
          <a:p>
            <a:pPr marL="548640" indent="-548640" algn="just">
              <a:lnSpc>
                <a:spcPct val="100000"/>
              </a:lnSpc>
              <a:buNone/>
            </a:pPr>
            <a:r>
              <a:rPr lang="en-US" dirty="0">
                <a:solidFill>
                  <a:schemeClr val="bg2"/>
                </a:solidFill>
                <a:latin typeface="Times New Roman"/>
                <a:ea typeface="Times New Roman"/>
                <a:cs typeface="Times New Roman"/>
                <a:sym typeface="Times New Roman"/>
              </a:rPr>
              <a:t> </a:t>
            </a:r>
            <a:endParaRPr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616801" y="3472265"/>
            <a:ext cx="13554494" cy="1920461"/>
          </a:xfrm>
          <a:prstGeom prst="rect">
            <a:avLst/>
          </a:prstGeom>
          <a:noFill/>
          <a:ln>
            <a:noFill/>
          </a:ln>
        </p:spPr>
        <p:txBody>
          <a:bodyPr spcFirstLastPara="1" wrap="square" lIns="146280" tIns="73120" rIns="146280" bIns="73120" anchor="t" anchorCtr="0">
            <a:spAutoFit/>
          </a:bodyPr>
          <a:lstStyle/>
          <a:p>
            <a:pPr algn="ctr">
              <a:lnSpc>
                <a:spcPct val="90000"/>
              </a:lnSpc>
            </a:pPr>
            <a:r>
              <a:rPr lang="en-US" sz="12800" b="1" dirty="0">
                <a:solidFill>
                  <a:srgbClr val="FF0000"/>
                </a:solidFill>
                <a:latin typeface="Vladimir Script" panose="03050402040407070305" pitchFamily="66" charset="0"/>
                <a:ea typeface="Calibri" panose="020F0502020204030204" pitchFamily="34" charset="0"/>
                <a:cs typeface="Calibri" panose="020F0502020204030204" pitchFamily="34" charset="0"/>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616800" y="6317107"/>
            <a:ext cx="7315200" cy="1077218"/>
          </a:xfrm>
          <a:prstGeom prst="rect">
            <a:avLst/>
          </a:prstGeom>
          <a:noFill/>
        </p:spPr>
        <p:txBody>
          <a:bodyPr wrap="square">
            <a:spAutoFit/>
          </a:bodyPr>
          <a:lstStyle/>
          <a:p>
            <a:r>
              <a:rPr lang="en-US" sz="3200" dirty="0">
                <a:latin typeface="Calibri" panose="020F0502020204030204" pitchFamily="34" charset="0"/>
                <a:ea typeface="Calibri" panose="020F0502020204030204" pitchFamily="34" charset="0"/>
                <a:cs typeface="Calibri" panose="020F0502020204030204" pitchFamily="34" charset="0"/>
              </a:rPr>
              <a:t>For queries</a:t>
            </a:r>
          </a:p>
          <a:p>
            <a:r>
              <a:rPr lang="en-US" sz="3200" dirty="0">
                <a:latin typeface="Calibri" panose="020F0502020204030204" pitchFamily="34" charset="0"/>
                <a:ea typeface="Calibri" panose="020F0502020204030204" pitchFamily="34" charset="0"/>
                <a:cs typeface="Calibri" panose="020F0502020204030204" pitchFamily="34" charset="0"/>
              </a:rPr>
              <a:t>Email: Shivam.e16516@cumail.in</a:t>
            </a:r>
          </a:p>
        </p:txBody>
      </p:sp>
      <p:sp>
        <p:nvSpPr>
          <p:cNvPr id="5" name="TextBox 4"/>
          <p:cNvSpPr txBox="1"/>
          <p:nvPr/>
        </p:nvSpPr>
        <p:spPr>
          <a:xfrm>
            <a:off x="13775239" y="137580"/>
            <a:ext cx="505267" cy="437043"/>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240" dirty="0"/>
              <a:t>12</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1624</TotalTime>
  <Words>1381</Words>
  <Application>Microsoft Macintosh PowerPoint</Application>
  <PresentationFormat>Custom</PresentationFormat>
  <Paragraphs>129</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Cambria</vt:lpstr>
      <vt:lpstr>Times New Roman</vt:lpstr>
      <vt:lpstr>Lato</vt:lpstr>
      <vt:lpstr>Calibri</vt:lpstr>
      <vt:lpstr>Inter</vt:lpstr>
      <vt:lpstr>Inter Bold</vt:lpstr>
      <vt:lpstr>Vladimir Script</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Amit Chaudhary</cp:lastModifiedBy>
  <cp:revision>80</cp:revision>
  <dcterms:modified xsi:type="dcterms:W3CDTF">2025-07-03T15:17:19Z</dcterms:modified>
</cp:coreProperties>
</file>